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Crete Round"/>
      <p:regular r:id="rId19"/>
      <p: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reteRound-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reteRound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3e97bf2ca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3e97bf2ca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6d573f8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c6d573f8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f2c0c14e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f2c0c14e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f2c0c14e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f2c0c14e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15ca74b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15ca74b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c6d573f8d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c6d573f8d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15ca74b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815ca74b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3e97bf2ca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3e97bf2ca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37850" y="267375"/>
            <a:ext cx="3370500" cy="27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855">
                <a:solidFill>
                  <a:srgbClr val="073763"/>
                </a:solidFill>
              </a:rPr>
              <a:t>Análise de Produtos Amazon</a:t>
            </a:r>
            <a:endParaRPr b="1" sz="2522">
              <a:solidFill>
                <a:srgbClr val="07376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633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7650" y="1357350"/>
            <a:ext cx="4290900" cy="3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46">
                <a:solidFill>
                  <a:srgbClr val="0B5394"/>
                </a:solidFill>
              </a:rPr>
              <a:t>Este projeto apresenta os resultados de uma análise exploratória e de validação de hipóteses sobre um conjunto de dados de produtos e avaliações.</a:t>
            </a:r>
            <a:endParaRPr sz="1646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46">
                <a:solidFill>
                  <a:srgbClr val="0B5394"/>
                </a:solidFill>
              </a:rPr>
              <a:t>O objetivo principal foi investigar a relação entre descontos, popularidade e a qualidade percebida dos produtos.</a:t>
            </a:r>
            <a:endParaRPr sz="14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B5394"/>
                </a:solidFill>
              </a:rPr>
              <a:t>Ana Virgínia Morais e Juliana Marinho Xavier</a:t>
            </a:r>
            <a:endParaRPr b="1" sz="14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B5394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AA84F"/>
              </a:solidFill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4878497" y="543870"/>
            <a:ext cx="3742493" cy="3786112"/>
            <a:chOff x="5922001" y="1327400"/>
            <a:chExt cx="3238851" cy="3276600"/>
          </a:xfrm>
        </p:grpSpPr>
        <p:grpSp>
          <p:nvGrpSpPr>
            <p:cNvPr id="57" name="Google Shape;57;p13"/>
            <p:cNvGrpSpPr/>
            <p:nvPr/>
          </p:nvGrpSpPr>
          <p:grpSpPr>
            <a:xfrm>
              <a:off x="5922001" y="3015629"/>
              <a:ext cx="1703138" cy="1588371"/>
              <a:chOff x="6074401" y="3015629"/>
              <a:chExt cx="1703138" cy="1588371"/>
            </a:xfrm>
          </p:grpSpPr>
          <p:sp>
            <p:nvSpPr>
              <p:cNvPr id="58" name="Google Shape;58;p13"/>
              <p:cNvSpPr/>
              <p:nvPr/>
            </p:nvSpPr>
            <p:spPr>
              <a:xfrm>
                <a:off x="7622913" y="3254462"/>
                <a:ext cx="154626" cy="154377"/>
              </a:xfrm>
              <a:custGeom>
                <a:rect b="b" l="l" r="r" t="t"/>
                <a:pathLst>
                  <a:path extrusionOk="0" h="1243" w="1245">
                    <a:moveTo>
                      <a:pt x="623" y="1"/>
                    </a:moveTo>
                    <a:cubicBezTo>
                      <a:pt x="279" y="1"/>
                      <a:pt x="1" y="279"/>
                      <a:pt x="1" y="623"/>
                    </a:cubicBezTo>
                    <a:cubicBezTo>
                      <a:pt x="1" y="964"/>
                      <a:pt x="279" y="1242"/>
                      <a:pt x="623" y="1242"/>
                    </a:cubicBezTo>
                    <a:cubicBezTo>
                      <a:pt x="966" y="1242"/>
                      <a:pt x="1245" y="964"/>
                      <a:pt x="1245" y="623"/>
                    </a:cubicBezTo>
                    <a:cubicBezTo>
                      <a:pt x="1245" y="279"/>
                      <a:pt x="966" y="1"/>
                      <a:pt x="623" y="1"/>
                    </a:cubicBezTo>
                    <a:close/>
                  </a:path>
                </a:pathLst>
              </a:custGeom>
              <a:solidFill>
                <a:srgbClr val="4E63D9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" name="Google Shape;59;p13"/>
              <p:cNvGrpSpPr/>
              <p:nvPr/>
            </p:nvGrpSpPr>
            <p:grpSpPr>
              <a:xfrm>
                <a:off x="6074401" y="3015629"/>
                <a:ext cx="1625869" cy="1588371"/>
                <a:chOff x="6074401" y="3015629"/>
                <a:chExt cx="1625869" cy="1588371"/>
              </a:xfrm>
            </p:grpSpPr>
            <p:grpSp>
              <p:nvGrpSpPr>
                <p:cNvPr id="60" name="Google Shape;60;p13"/>
                <p:cNvGrpSpPr/>
                <p:nvPr/>
              </p:nvGrpSpPr>
              <p:grpSpPr>
                <a:xfrm>
                  <a:off x="6591565" y="3015629"/>
                  <a:ext cx="723326" cy="1163613"/>
                  <a:chOff x="6591565" y="3015629"/>
                  <a:chExt cx="723326" cy="1163613"/>
                </a:xfrm>
              </p:grpSpPr>
              <p:sp>
                <p:nvSpPr>
                  <p:cNvPr id="61" name="Google Shape;61;p13"/>
                  <p:cNvSpPr/>
                  <p:nvPr/>
                </p:nvSpPr>
                <p:spPr>
                  <a:xfrm>
                    <a:off x="6591565" y="3209751"/>
                    <a:ext cx="723326" cy="969113"/>
                  </a:xfrm>
                  <a:custGeom>
                    <a:rect b="b" l="l" r="r" t="t"/>
                    <a:pathLst>
                      <a:path extrusionOk="0" h="7803" w="5824">
                        <a:moveTo>
                          <a:pt x="0" y="0"/>
                        </a:moveTo>
                        <a:lnTo>
                          <a:pt x="0" y="7803"/>
                        </a:lnTo>
                        <a:lnTo>
                          <a:pt x="5824" y="7803"/>
                        </a:lnTo>
                        <a:lnTo>
                          <a:pt x="5824" y="0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Google Shape;62;p13"/>
                  <p:cNvSpPr/>
                  <p:nvPr/>
                </p:nvSpPr>
                <p:spPr>
                  <a:xfrm>
                    <a:off x="6591565" y="4054424"/>
                    <a:ext cx="723326" cy="124818"/>
                  </a:xfrm>
                  <a:custGeom>
                    <a:rect b="b" l="l" r="r" t="t"/>
                    <a:pathLst>
                      <a:path extrusionOk="0" h="1005" w="5824">
                        <a:moveTo>
                          <a:pt x="0" y="0"/>
                        </a:moveTo>
                        <a:lnTo>
                          <a:pt x="0" y="1004"/>
                        </a:lnTo>
                        <a:lnTo>
                          <a:pt x="5824" y="1004"/>
                        </a:lnTo>
                        <a:lnTo>
                          <a:pt x="5824" y="0"/>
                        </a:lnTo>
                        <a:close/>
                      </a:path>
                    </a:pathLst>
                  </a:custGeom>
                  <a:solidFill>
                    <a:srgbClr val="2F3352">
                      <a:alpha val="18430"/>
                    </a:srgbClr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13"/>
                  <p:cNvSpPr/>
                  <p:nvPr/>
                </p:nvSpPr>
                <p:spPr>
                  <a:xfrm>
                    <a:off x="6792519" y="3289113"/>
                    <a:ext cx="72283" cy="72035"/>
                  </a:xfrm>
                  <a:custGeom>
                    <a:rect b="b" l="l" r="r" t="t"/>
                    <a:pathLst>
                      <a:path extrusionOk="0" h="580" w="582">
                        <a:moveTo>
                          <a:pt x="291" y="0"/>
                        </a:moveTo>
                        <a:cubicBezTo>
                          <a:pt x="128" y="0"/>
                          <a:pt x="1" y="130"/>
                          <a:pt x="1" y="288"/>
                        </a:cubicBezTo>
                        <a:cubicBezTo>
                          <a:pt x="1" y="452"/>
                          <a:pt x="133" y="579"/>
                          <a:pt x="291" y="579"/>
                        </a:cubicBezTo>
                        <a:cubicBezTo>
                          <a:pt x="452" y="579"/>
                          <a:pt x="582" y="447"/>
                          <a:pt x="582" y="288"/>
                        </a:cubicBezTo>
                        <a:cubicBezTo>
                          <a:pt x="582" y="130"/>
                          <a:pt x="452" y="0"/>
                          <a:pt x="29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13"/>
                  <p:cNvSpPr/>
                  <p:nvPr/>
                </p:nvSpPr>
                <p:spPr>
                  <a:xfrm>
                    <a:off x="7041290" y="3289113"/>
                    <a:ext cx="72283" cy="72035"/>
                  </a:xfrm>
                  <a:custGeom>
                    <a:rect b="b" l="l" r="r" t="t"/>
                    <a:pathLst>
                      <a:path extrusionOk="0" h="580" w="582">
                        <a:moveTo>
                          <a:pt x="291" y="0"/>
                        </a:moveTo>
                        <a:cubicBezTo>
                          <a:pt x="130" y="0"/>
                          <a:pt x="1" y="130"/>
                          <a:pt x="1" y="288"/>
                        </a:cubicBezTo>
                        <a:cubicBezTo>
                          <a:pt x="1" y="452"/>
                          <a:pt x="130" y="579"/>
                          <a:pt x="291" y="579"/>
                        </a:cubicBezTo>
                        <a:cubicBezTo>
                          <a:pt x="452" y="579"/>
                          <a:pt x="582" y="447"/>
                          <a:pt x="582" y="288"/>
                        </a:cubicBezTo>
                        <a:cubicBezTo>
                          <a:pt x="582" y="130"/>
                          <a:pt x="450" y="0"/>
                          <a:pt x="29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13"/>
                  <p:cNvSpPr/>
                  <p:nvPr/>
                </p:nvSpPr>
                <p:spPr>
                  <a:xfrm>
                    <a:off x="6812515" y="3015629"/>
                    <a:ext cx="281432" cy="325770"/>
                  </a:xfrm>
                  <a:custGeom>
                    <a:rect b="b" l="l" r="r" t="t"/>
                    <a:pathLst>
                      <a:path extrusionOk="0" h="2623" w="2266">
                        <a:moveTo>
                          <a:pt x="1132" y="0"/>
                        </a:moveTo>
                        <a:cubicBezTo>
                          <a:pt x="507" y="0"/>
                          <a:pt x="1" y="507"/>
                          <a:pt x="1" y="1131"/>
                        </a:cubicBezTo>
                        <a:lnTo>
                          <a:pt x="1" y="2490"/>
                        </a:lnTo>
                        <a:cubicBezTo>
                          <a:pt x="1" y="2562"/>
                          <a:pt x="61" y="2623"/>
                          <a:pt x="133" y="2623"/>
                        </a:cubicBezTo>
                        <a:cubicBezTo>
                          <a:pt x="205" y="2623"/>
                          <a:pt x="265" y="2562"/>
                          <a:pt x="265" y="2490"/>
                        </a:cubicBezTo>
                        <a:lnTo>
                          <a:pt x="265" y="1131"/>
                        </a:lnTo>
                        <a:cubicBezTo>
                          <a:pt x="265" y="653"/>
                          <a:pt x="652" y="264"/>
                          <a:pt x="1132" y="264"/>
                        </a:cubicBezTo>
                        <a:cubicBezTo>
                          <a:pt x="1610" y="264"/>
                          <a:pt x="2001" y="651"/>
                          <a:pt x="2001" y="1131"/>
                        </a:cubicBezTo>
                        <a:lnTo>
                          <a:pt x="2001" y="2490"/>
                        </a:lnTo>
                        <a:cubicBezTo>
                          <a:pt x="2001" y="2562"/>
                          <a:pt x="2061" y="2623"/>
                          <a:pt x="2133" y="2623"/>
                        </a:cubicBezTo>
                        <a:cubicBezTo>
                          <a:pt x="2205" y="2623"/>
                          <a:pt x="2265" y="2562"/>
                          <a:pt x="2265" y="2490"/>
                        </a:cubicBezTo>
                        <a:lnTo>
                          <a:pt x="2265" y="1131"/>
                        </a:lnTo>
                        <a:cubicBezTo>
                          <a:pt x="2265" y="507"/>
                          <a:pt x="1756" y="0"/>
                          <a:pt x="1132" y="0"/>
                        </a:cubicBezTo>
                        <a:close/>
                      </a:path>
                    </a:pathLst>
                  </a:custGeom>
                  <a:solidFill>
                    <a:srgbClr val="9E9E9E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6" name="Google Shape;66;p13"/>
                <p:cNvGrpSpPr/>
                <p:nvPr/>
              </p:nvGrpSpPr>
              <p:grpSpPr>
                <a:xfrm>
                  <a:off x="6235984" y="3270608"/>
                  <a:ext cx="565099" cy="908262"/>
                  <a:chOff x="6235984" y="3270608"/>
                  <a:chExt cx="565099" cy="908262"/>
                </a:xfrm>
              </p:grpSpPr>
              <p:sp>
                <p:nvSpPr>
                  <p:cNvPr id="67" name="Google Shape;67;p13"/>
                  <p:cNvSpPr/>
                  <p:nvPr/>
                </p:nvSpPr>
                <p:spPr>
                  <a:xfrm>
                    <a:off x="6236357" y="3421757"/>
                    <a:ext cx="564726" cy="757108"/>
                  </a:xfrm>
                  <a:custGeom>
                    <a:rect b="b" l="l" r="r" t="t"/>
                    <a:pathLst>
                      <a:path extrusionOk="0" h="6096" w="4547">
                        <a:moveTo>
                          <a:pt x="0" y="1"/>
                        </a:moveTo>
                        <a:lnTo>
                          <a:pt x="0" y="6096"/>
                        </a:lnTo>
                        <a:lnTo>
                          <a:pt x="4546" y="6096"/>
                        </a:lnTo>
                        <a:lnTo>
                          <a:pt x="4546" y="1"/>
                        </a:ln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" name="Google Shape;68;p13"/>
                  <p:cNvSpPr/>
                  <p:nvPr/>
                </p:nvSpPr>
                <p:spPr>
                  <a:xfrm>
                    <a:off x="6235984" y="4081872"/>
                    <a:ext cx="565099" cy="96998"/>
                  </a:xfrm>
                  <a:custGeom>
                    <a:rect b="b" l="l" r="r" t="t"/>
                    <a:pathLst>
                      <a:path extrusionOk="0" h="781" w="4550">
                        <a:moveTo>
                          <a:pt x="1" y="0"/>
                        </a:moveTo>
                        <a:lnTo>
                          <a:pt x="1" y="781"/>
                        </a:lnTo>
                        <a:lnTo>
                          <a:pt x="4549" y="781"/>
                        </a:lnTo>
                        <a:lnTo>
                          <a:pt x="4549" y="0"/>
                        </a:lnTo>
                        <a:close/>
                      </a:path>
                    </a:pathLst>
                  </a:custGeom>
                  <a:solidFill>
                    <a:srgbClr val="2F3352">
                      <a:alpha val="18430"/>
                    </a:srgbClr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" name="Google Shape;69;p13"/>
                  <p:cNvSpPr/>
                  <p:nvPr/>
                </p:nvSpPr>
                <p:spPr>
                  <a:xfrm>
                    <a:off x="6393841" y="3484105"/>
                    <a:ext cx="56137" cy="55889"/>
                  </a:xfrm>
                  <a:custGeom>
                    <a:rect b="b" l="l" r="r" t="t"/>
                    <a:pathLst>
                      <a:path extrusionOk="0" h="450" w="452">
                        <a:moveTo>
                          <a:pt x="226" y="1"/>
                        </a:moveTo>
                        <a:cubicBezTo>
                          <a:pt x="103" y="1"/>
                          <a:pt x="0" y="99"/>
                          <a:pt x="0" y="227"/>
                        </a:cubicBezTo>
                        <a:cubicBezTo>
                          <a:pt x="0" y="349"/>
                          <a:pt x="99" y="450"/>
                          <a:pt x="226" y="450"/>
                        </a:cubicBezTo>
                        <a:cubicBezTo>
                          <a:pt x="348" y="450"/>
                          <a:pt x="452" y="351"/>
                          <a:pt x="452" y="227"/>
                        </a:cubicBezTo>
                        <a:cubicBezTo>
                          <a:pt x="452" y="99"/>
                          <a:pt x="348" y="1"/>
                          <a:pt x="22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" name="Google Shape;70;p13"/>
                  <p:cNvSpPr/>
                  <p:nvPr/>
                </p:nvSpPr>
                <p:spPr>
                  <a:xfrm>
                    <a:off x="6587715" y="3484105"/>
                    <a:ext cx="56137" cy="55889"/>
                  </a:xfrm>
                  <a:custGeom>
                    <a:rect b="b" l="l" r="r" t="t"/>
                    <a:pathLst>
                      <a:path extrusionOk="0" h="450" w="452">
                        <a:moveTo>
                          <a:pt x="226" y="1"/>
                        </a:moveTo>
                        <a:cubicBezTo>
                          <a:pt x="103" y="1"/>
                          <a:pt x="0" y="99"/>
                          <a:pt x="0" y="227"/>
                        </a:cubicBezTo>
                        <a:cubicBezTo>
                          <a:pt x="0" y="349"/>
                          <a:pt x="101" y="450"/>
                          <a:pt x="226" y="450"/>
                        </a:cubicBezTo>
                        <a:cubicBezTo>
                          <a:pt x="348" y="450"/>
                          <a:pt x="451" y="351"/>
                          <a:pt x="451" y="227"/>
                        </a:cubicBezTo>
                        <a:cubicBezTo>
                          <a:pt x="451" y="99"/>
                          <a:pt x="353" y="1"/>
                          <a:pt x="226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" name="Google Shape;71;p13"/>
                  <p:cNvSpPr/>
                  <p:nvPr/>
                </p:nvSpPr>
                <p:spPr>
                  <a:xfrm>
                    <a:off x="6409241" y="3270608"/>
                    <a:ext cx="219457" cy="254232"/>
                  </a:xfrm>
                  <a:custGeom>
                    <a:rect b="b" l="l" r="r" t="t"/>
                    <a:pathLst>
                      <a:path extrusionOk="0" h="2047" w="1767">
                        <a:moveTo>
                          <a:pt x="882" y="0"/>
                        </a:moveTo>
                        <a:cubicBezTo>
                          <a:pt x="397" y="0"/>
                          <a:pt x="1" y="397"/>
                          <a:pt x="1" y="882"/>
                        </a:cubicBezTo>
                        <a:lnTo>
                          <a:pt x="1" y="1946"/>
                        </a:lnTo>
                        <a:cubicBezTo>
                          <a:pt x="1" y="2001"/>
                          <a:pt x="44" y="2046"/>
                          <a:pt x="102" y="2046"/>
                        </a:cubicBezTo>
                        <a:cubicBezTo>
                          <a:pt x="159" y="2046"/>
                          <a:pt x="203" y="2001"/>
                          <a:pt x="203" y="1946"/>
                        </a:cubicBezTo>
                        <a:lnTo>
                          <a:pt x="203" y="882"/>
                        </a:lnTo>
                        <a:cubicBezTo>
                          <a:pt x="203" y="507"/>
                          <a:pt x="508" y="204"/>
                          <a:pt x="882" y="204"/>
                        </a:cubicBezTo>
                        <a:cubicBezTo>
                          <a:pt x="1257" y="204"/>
                          <a:pt x="1562" y="507"/>
                          <a:pt x="1562" y="882"/>
                        </a:cubicBezTo>
                        <a:lnTo>
                          <a:pt x="1562" y="1946"/>
                        </a:lnTo>
                        <a:cubicBezTo>
                          <a:pt x="1562" y="2001"/>
                          <a:pt x="1605" y="2046"/>
                          <a:pt x="1663" y="2046"/>
                        </a:cubicBezTo>
                        <a:cubicBezTo>
                          <a:pt x="1720" y="2046"/>
                          <a:pt x="1766" y="2001"/>
                          <a:pt x="1766" y="1946"/>
                        </a:cubicBezTo>
                        <a:lnTo>
                          <a:pt x="1766" y="882"/>
                        </a:lnTo>
                        <a:cubicBezTo>
                          <a:pt x="1766" y="397"/>
                          <a:pt x="1370" y="0"/>
                          <a:pt x="882" y="0"/>
                        </a:cubicBezTo>
                        <a:close/>
                      </a:path>
                    </a:pathLst>
                  </a:custGeom>
                  <a:solidFill>
                    <a:srgbClr val="2F3352"/>
                  </a:solidFill>
                  <a:ln>
                    <a:noFill/>
                  </a:ln>
                </p:spPr>
                <p:txBody>
                  <a:bodyPr anchorCtr="0" anchor="ctr" bIns="105650" lIns="105650" spcFirstLastPara="1" rIns="105650" wrap="square" tIns="10565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18"/>
                      <a:buFont typeface="Arial"/>
                      <a:buNone/>
                    </a:pPr>
                    <a:r>
                      <a:t/>
                    </a:r>
                    <a:endParaRPr b="0" i="0" sz="161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2" name="Google Shape;72;p13"/>
                <p:cNvGrpSpPr/>
                <p:nvPr/>
              </p:nvGrpSpPr>
              <p:grpSpPr>
                <a:xfrm>
                  <a:off x="6074401" y="3331713"/>
                  <a:ext cx="1625869" cy="1272287"/>
                  <a:chOff x="6074401" y="3331713"/>
                  <a:chExt cx="1625869" cy="1272287"/>
                </a:xfrm>
              </p:grpSpPr>
              <p:grpSp>
                <p:nvGrpSpPr>
                  <p:cNvPr id="73" name="Google Shape;73;p13"/>
                  <p:cNvGrpSpPr/>
                  <p:nvPr/>
                </p:nvGrpSpPr>
                <p:grpSpPr>
                  <a:xfrm>
                    <a:off x="6262190" y="4429875"/>
                    <a:ext cx="1045008" cy="174125"/>
                    <a:chOff x="6262190" y="4429875"/>
                    <a:chExt cx="1045008" cy="174125"/>
                  </a:xfrm>
                </p:grpSpPr>
                <p:sp>
                  <p:nvSpPr>
                    <p:cNvPr id="74" name="Google Shape;74;p13"/>
                    <p:cNvSpPr/>
                    <p:nvPr/>
                  </p:nvSpPr>
                  <p:spPr>
                    <a:xfrm>
                      <a:off x="6262190" y="4429875"/>
                      <a:ext cx="174125" cy="173752"/>
                    </a:xfrm>
                    <a:custGeom>
                      <a:rect b="b" l="l" r="r" t="t"/>
                      <a:pathLst>
                        <a:path extrusionOk="0" h="1399" w="1402">
                          <a:moveTo>
                            <a:pt x="700" y="1"/>
                          </a:moveTo>
                          <a:cubicBezTo>
                            <a:pt x="313" y="1"/>
                            <a:pt x="1" y="313"/>
                            <a:pt x="1" y="700"/>
                          </a:cubicBezTo>
                          <a:cubicBezTo>
                            <a:pt x="1" y="1086"/>
                            <a:pt x="313" y="1399"/>
                            <a:pt x="700" y="1399"/>
                          </a:cubicBezTo>
                          <a:cubicBezTo>
                            <a:pt x="1086" y="1399"/>
                            <a:pt x="1401" y="1086"/>
                            <a:pt x="1401" y="700"/>
                          </a:cubicBezTo>
                          <a:cubicBezTo>
                            <a:pt x="1401" y="313"/>
                            <a:pt x="1086" y="1"/>
                            <a:pt x="700" y="1"/>
                          </a:cubicBezTo>
                          <a:close/>
                        </a:path>
                      </a:pathLst>
                    </a:custGeom>
                    <a:solidFill>
                      <a:srgbClr val="4E63D9"/>
                    </a:solidFill>
                    <a:ln>
                      <a:noFill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5" name="Google Shape;75;p13"/>
                    <p:cNvSpPr/>
                    <p:nvPr/>
                  </p:nvSpPr>
                  <p:spPr>
                    <a:xfrm>
                      <a:off x="7133197" y="4429875"/>
                      <a:ext cx="174001" cy="174125"/>
                    </a:xfrm>
                    <a:custGeom>
                      <a:rect b="b" l="l" r="r" t="t"/>
                      <a:pathLst>
                        <a:path extrusionOk="0" h="1402" w="1401">
                          <a:moveTo>
                            <a:pt x="699" y="1"/>
                          </a:moveTo>
                          <a:cubicBezTo>
                            <a:pt x="313" y="1"/>
                            <a:pt x="0" y="316"/>
                            <a:pt x="0" y="700"/>
                          </a:cubicBezTo>
                          <a:cubicBezTo>
                            <a:pt x="0" y="1084"/>
                            <a:pt x="315" y="1401"/>
                            <a:pt x="699" y="1401"/>
                          </a:cubicBezTo>
                          <a:cubicBezTo>
                            <a:pt x="1088" y="1401"/>
                            <a:pt x="1400" y="1084"/>
                            <a:pt x="1400" y="700"/>
                          </a:cubicBezTo>
                          <a:cubicBezTo>
                            <a:pt x="1400" y="313"/>
                            <a:pt x="1083" y="1"/>
                            <a:pt x="699" y="1"/>
                          </a:cubicBezTo>
                          <a:close/>
                        </a:path>
                      </a:pathLst>
                    </a:custGeom>
                    <a:solidFill>
                      <a:srgbClr val="4E63D9"/>
                    </a:solidFill>
                    <a:ln>
                      <a:noFill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76" name="Google Shape;76;p13"/>
                  <p:cNvGrpSpPr/>
                  <p:nvPr/>
                </p:nvGrpSpPr>
                <p:grpSpPr>
                  <a:xfrm>
                    <a:off x="6074401" y="3331713"/>
                    <a:ext cx="1625869" cy="1231054"/>
                    <a:chOff x="6074401" y="3331713"/>
                    <a:chExt cx="1625869" cy="1231054"/>
                  </a:xfrm>
                </p:grpSpPr>
                <p:sp>
                  <p:nvSpPr>
                    <p:cNvPr id="77" name="Google Shape;77;p13"/>
                    <p:cNvSpPr/>
                    <p:nvPr/>
                  </p:nvSpPr>
                  <p:spPr>
                    <a:xfrm>
                      <a:off x="6303424" y="4470737"/>
                      <a:ext cx="91658" cy="92030"/>
                    </a:xfrm>
                    <a:custGeom>
                      <a:rect b="b" l="l" r="r" t="t"/>
                      <a:pathLst>
                        <a:path extrusionOk="0" fill="none" h="741" w="738">
                          <a:moveTo>
                            <a:pt x="738" y="371"/>
                          </a:moveTo>
                          <a:cubicBezTo>
                            <a:pt x="738" y="575"/>
                            <a:pt x="572" y="741"/>
                            <a:pt x="368" y="741"/>
                          </a:cubicBezTo>
                          <a:cubicBezTo>
                            <a:pt x="164" y="741"/>
                            <a:pt x="0" y="575"/>
                            <a:pt x="0" y="371"/>
                          </a:cubicBezTo>
                          <a:cubicBezTo>
                            <a:pt x="0" y="167"/>
                            <a:pt x="164" y="1"/>
                            <a:pt x="368" y="1"/>
                          </a:cubicBezTo>
                          <a:cubicBezTo>
                            <a:pt x="572" y="1"/>
                            <a:pt x="738" y="167"/>
                            <a:pt x="738" y="371"/>
                          </a:cubicBezTo>
                          <a:close/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8" name="Google Shape;78;p13"/>
                    <p:cNvSpPr/>
                    <p:nvPr/>
                  </p:nvSpPr>
                  <p:spPr>
                    <a:xfrm>
                      <a:off x="7174058" y="4470737"/>
                      <a:ext cx="92030" cy="92030"/>
                    </a:xfrm>
                    <a:custGeom>
                      <a:rect b="b" l="l" r="r" t="t"/>
                      <a:pathLst>
                        <a:path extrusionOk="0" fill="none" h="741" w="741">
                          <a:moveTo>
                            <a:pt x="740" y="371"/>
                          </a:moveTo>
                          <a:cubicBezTo>
                            <a:pt x="740" y="575"/>
                            <a:pt x="574" y="741"/>
                            <a:pt x="370" y="741"/>
                          </a:cubicBezTo>
                          <a:cubicBezTo>
                            <a:pt x="166" y="741"/>
                            <a:pt x="0" y="575"/>
                            <a:pt x="0" y="371"/>
                          </a:cubicBezTo>
                          <a:cubicBezTo>
                            <a:pt x="0" y="167"/>
                            <a:pt x="166" y="1"/>
                            <a:pt x="370" y="1"/>
                          </a:cubicBezTo>
                          <a:cubicBezTo>
                            <a:pt x="574" y="1"/>
                            <a:pt x="740" y="167"/>
                            <a:pt x="740" y="371"/>
                          </a:cubicBezTo>
                          <a:close/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9" name="Google Shape;79;p13"/>
                    <p:cNvSpPr/>
                    <p:nvPr/>
                  </p:nvSpPr>
                  <p:spPr>
                    <a:xfrm>
                      <a:off x="6074401" y="3331713"/>
                      <a:ext cx="1625869" cy="887764"/>
                    </a:xfrm>
                    <a:custGeom>
                      <a:rect b="b" l="l" r="r" t="t"/>
                      <a:pathLst>
                        <a:path extrusionOk="0" fill="none" h="7148" w="13091">
                          <a:moveTo>
                            <a:pt x="11350" y="1864"/>
                          </a:moveTo>
                          <a:lnTo>
                            <a:pt x="0" y="1864"/>
                          </a:lnTo>
                          <a:lnTo>
                            <a:pt x="1186" y="7148"/>
                          </a:lnTo>
                          <a:lnTo>
                            <a:pt x="10158" y="7148"/>
                          </a:lnTo>
                          <a:lnTo>
                            <a:pt x="11669" y="459"/>
                          </a:lnTo>
                          <a:lnTo>
                            <a:pt x="13091" y="1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0" name="Google Shape;80;p13"/>
                    <p:cNvSpPr/>
                    <p:nvPr/>
                  </p:nvSpPr>
                  <p:spPr>
                    <a:xfrm>
                      <a:off x="6228905" y="4219359"/>
                      <a:ext cx="1107221" cy="188283"/>
                    </a:xfrm>
                    <a:custGeom>
                      <a:rect b="b" l="l" r="r" t="t"/>
                      <a:pathLst>
                        <a:path extrusionOk="0" fill="none" h="1516" w="8915">
                          <a:moveTo>
                            <a:pt x="0" y="1516"/>
                          </a:moveTo>
                          <a:lnTo>
                            <a:pt x="8914" y="1516"/>
                          </a:lnTo>
                          <a:lnTo>
                            <a:pt x="8914" y="1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1" name="Google Shape;81;p13"/>
                    <p:cNvSpPr/>
                    <p:nvPr/>
                  </p:nvSpPr>
                  <p:spPr>
                    <a:xfrm>
                      <a:off x="7220012" y="4407520"/>
                      <a:ext cx="124" cy="109294"/>
                    </a:xfrm>
                    <a:custGeom>
                      <a:rect b="b" l="l" r="r" t="t"/>
                      <a:pathLst>
                        <a:path extrusionOk="0" fill="none" h="880" w="1">
                          <a:moveTo>
                            <a:pt x="0" y="1"/>
                          </a:moveTo>
                          <a:lnTo>
                            <a:pt x="0" y="880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2" name="Google Shape;82;p13"/>
                    <p:cNvSpPr/>
                    <p:nvPr/>
                  </p:nvSpPr>
                  <p:spPr>
                    <a:xfrm>
                      <a:off x="6349005" y="4407520"/>
                      <a:ext cx="124" cy="109294"/>
                    </a:xfrm>
                    <a:custGeom>
                      <a:rect b="b" l="l" r="r" t="t"/>
                      <a:pathLst>
                        <a:path extrusionOk="0" fill="none" h="880" w="1">
                          <a:moveTo>
                            <a:pt x="1" y="1"/>
                          </a:moveTo>
                          <a:lnTo>
                            <a:pt x="1" y="880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" name="Google Shape;83;p13"/>
                    <p:cNvSpPr/>
                    <p:nvPr/>
                  </p:nvSpPr>
                  <p:spPr>
                    <a:xfrm>
                      <a:off x="7220012" y="3563219"/>
                      <a:ext cx="135499" cy="656260"/>
                    </a:xfrm>
                    <a:custGeom>
                      <a:rect b="b" l="l" r="r" t="t"/>
                      <a:pathLst>
                        <a:path extrusionOk="0" fill="none" h="5284" w="1091">
                          <a:moveTo>
                            <a:pt x="1090" y="0"/>
                          </a:moveTo>
                          <a:lnTo>
                            <a:pt x="0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" name="Google Shape;84;p13"/>
                    <p:cNvSpPr/>
                    <p:nvPr/>
                  </p:nvSpPr>
                  <p:spPr>
                    <a:xfrm>
                      <a:off x="7069110" y="3563219"/>
                      <a:ext cx="89298" cy="656260"/>
                    </a:xfrm>
                    <a:custGeom>
                      <a:rect b="b" l="l" r="r" t="t"/>
                      <a:pathLst>
                        <a:path extrusionOk="0" fill="none" h="5284" w="719">
                          <a:moveTo>
                            <a:pt x="718" y="0"/>
                          </a:moveTo>
                          <a:lnTo>
                            <a:pt x="0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" name="Google Shape;85;p13"/>
                    <p:cNvSpPr/>
                    <p:nvPr/>
                  </p:nvSpPr>
                  <p:spPr>
                    <a:xfrm>
                      <a:off x="6918084" y="3563219"/>
                      <a:ext cx="43097" cy="656260"/>
                    </a:xfrm>
                    <a:custGeom>
                      <a:rect b="b" l="l" r="r" t="t"/>
                      <a:pathLst>
                        <a:path extrusionOk="0" fill="none" h="5284" w="347">
                          <a:moveTo>
                            <a:pt x="347" y="0"/>
                          </a:moveTo>
                          <a:lnTo>
                            <a:pt x="1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" name="Google Shape;86;p13"/>
                    <p:cNvSpPr/>
                    <p:nvPr/>
                  </p:nvSpPr>
                  <p:spPr>
                    <a:xfrm>
                      <a:off x="6763581" y="3563219"/>
                      <a:ext cx="3726" cy="656260"/>
                    </a:xfrm>
                    <a:custGeom>
                      <a:rect b="b" l="l" r="r" t="t"/>
                      <a:pathLst>
                        <a:path extrusionOk="0" fill="none" h="5284" w="30">
                          <a:moveTo>
                            <a:pt x="1" y="0"/>
                          </a:moveTo>
                          <a:lnTo>
                            <a:pt x="30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" name="Google Shape;87;p13"/>
                    <p:cNvSpPr/>
                    <p:nvPr/>
                  </p:nvSpPr>
                  <p:spPr>
                    <a:xfrm>
                      <a:off x="6566477" y="3563219"/>
                      <a:ext cx="49306" cy="656260"/>
                    </a:xfrm>
                    <a:custGeom>
                      <a:rect b="b" l="l" r="r" t="t"/>
                      <a:pathLst>
                        <a:path extrusionOk="0" fill="none" h="5284" w="397">
                          <a:moveTo>
                            <a:pt x="1" y="0"/>
                          </a:moveTo>
                          <a:lnTo>
                            <a:pt x="397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" name="Google Shape;88;p13"/>
                    <p:cNvSpPr/>
                    <p:nvPr/>
                  </p:nvSpPr>
                  <p:spPr>
                    <a:xfrm>
                      <a:off x="6369374" y="3563219"/>
                      <a:ext cx="95508" cy="656260"/>
                    </a:xfrm>
                    <a:custGeom>
                      <a:rect b="b" l="l" r="r" t="t"/>
                      <a:pathLst>
                        <a:path extrusionOk="0" fill="none" h="5284" w="769">
                          <a:moveTo>
                            <a:pt x="0" y="0"/>
                          </a:moveTo>
                          <a:lnTo>
                            <a:pt x="769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9" name="Google Shape;89;p13"/>
                    <p:cNvSpPr/>
                    <p:nvPr/>
                  </p:nvSpPr>
                  <p:spPr>
                    <a:xfrm>
                      <a:off x="6172146" y="3563219"/>
                      <a:ext cx="141834" cy="656260"/>
                    </a:xfrm>
                    <a:custGeom>
                      <a:rect b="b" l="l" r="r" t="t"/>
                      <a:pathLst>
                        <a:path extrusionOk="0" fill="none" h="5284" w="1142">
                          <a:moveTo>
                            <a:pt x="1" y="0"/>
                          </a:moveTo>
                          <a:lnTo>
                            <a:pt x="1141" y="5284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0" name="Google Shape;90;p13"/>
                    <p:cNvSpPr/>
                    <p:nvPr/>
                  </p:nvSpPr>
                  <p:spPr>
                    <a:xfrm>
                      <a:off x="6108059" y="3714990"/>
                      <a:ext cx="1341706" cy="124"/>
                    </a:xfrm>
                    <a:custGeom>
                      <a:rect b="b" l="l" r="r" t="t"/>
                      <a:pathLst>
                        <a:path extrusionOk="0" fill="none" h="1" w="10803">
                          <a:moveTo>
                            <a:pt x="10802" y="1"/>
                          </a:moveTo>
                          <a:lnTo>
                            <a:pt x="0" y="1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1" name="Google Shape;91;p13"/>
                    <p:cNvSpPr/>
                    <p:nvPr/>
                  </p:nvSpPr>
                  <p:spPr>
                    <a:xfrm>
                      <a:off x="6146188" y="3880794"/>
                      <a:ext cx="1266318" cy="124"/>
                    </a:xfrm>
                    <a:custGeom>
                      <a:rect b="b" l="l" r="r" t="t"/>
                      <a:pathLst>
                        <a:path extrusionOk="0" fill="none" h="1" w="10196">
                          <a:moveTo>
                            <a:pt x="10195" y="1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2" name="Google Shape;92;p13"/>
                    <p:cNvSpPr/>
                    <p:nvPr/>
                  </p:nvSpPr>
                  <p:spPr>
                    <a:xfrm>
                      <a:off x="6183448" y="4046972"/>
                      <a:ext cx="1191178" cy="124"/>
                    </a:xfrm>
                    <a:custGeom>
                      <a:rect b="b" l="l" r="r" t="t"/>
                      <a:pathLst>
                        <a:path extrusionOk="0" fill="none" h="1" w="9591">
                          <a:moveTo>
                            <a:pt x="9590" y="0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cap="rnd" cmpd="sng" w="33025">
                      <a:solidFill>
                        <a:srgbClr val="2F335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105650" lIns="105650" spcFirstLastPara="1" rIns="105650" wrap="square" tIns="10565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8"/>
                        <a:buFont typeface="Arial"/>
                        <a:buNone/>
                      </a:pPr>
                      <a:r>
                        <a:t/>
                      </a:r>
                      <a:endParaRPr b="0" i="0" sz="1617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93" name="Google Shape;93;p13"/>
            <p:cNvGrpSpPr/>
            <p:nvPr/>
          </p:nvGrpSpPr>
          <p:grpSpPr>
            <a:xfrm>
              <a:off x="8437526" y="3440014"/>
              <a:ext cx="723326" cy="1163986"/>
              <a:chOff x="8589926" y="3440014"/>
              <a:chExt cx="723326" cy="1163986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9926" y="3634509"/>
                <a:ext cx="723326" cy="969486"/>
              </a:xfrm>
              <a:custGeom>
                <a:rect b="b" l="l" r="r" t="t"/>
                <a:pathLst>
                  <a:path extrusionOk="0" h="7806" w="5824">
                    <a:moveTo>
                      <a:pt x="0" y="0"/>
                    </a:moveTo>
                    <a:lnTo>
                      <a:pt x="0" y="7805"/>
                    </a:lnTo>
                    <a:lnTo>
                      <a:pt x="5824" y="7805"/>
                    </a:lnTo>
                    <a:lnTo>
                      <a:pt x="5824" y="0"/>
                    </a:lnTo>
                    <a:close/>
                  </a:path>
                </a:pathLst>
              </a:custGeom>
              <a:solidFill>
                <a:srgbClr val="232F3F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9926" y="4479182"/>
                <a:ext cx="723326" cy="124818"/>
              </a:xfrm>
              <a:custGeom>
                <a:rect b="b" l="l" r="r" t="t"/>
                <a:pathLst>
                  <a:path extrusionOk="0" h="1005" w="5824">
                    <a:moveTo>
                      <a:pt x="0" y="0"/>
                    </a:moveTo>
                    <a:lnTo>
                      <a:pt x="0" y="1004"/>
                    </a:lnTo>
                    <a:lnTo>
                      <a:pt x="5824" y="1004"/>
                    </a:lnTo>
                    <a:lnTo>
                      <a:pt x="5824" y="0"/>
                    </a:lnTo>
                    <a:close/>
                  </a:path>
                </a:pathLst>
              </a:custGeom>
              <a:solidFill>
                <a:srgbClr val="2F3352">
                  <a:alpha val="1843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791252" y="3714120"/>
                <a:ext cx="72283" cy="72035"/>
              </a:xfrm>
              <a:custGeom>
                <a:rect b="b" l="l" r="r" t="t"/>
                <a:pathLst>
                  <a:path extrusionOk="0" h="580" w="582">
                    <a:moveTo>
                      <a:pt x="295" y="0"/>
                    </a:moveTo>
                    <a:cubicBezTo>
                      <a:pt x="294" y="0"/>
                      <a:pt x="292" y="0"/>
                      <a:pt x="291" y="0"/>
                    </a:cubicBezTo>
                    <a:cubicBezTo>
                      <a:pt x="128" y="0"/>
                      <a:pt x="0" y="130"/>
                      <a:pt x="0" y="289"/>
                    </a:cubicBezTo>
                    <a:cubicBezTo>
                      <a:pt x="0" y="452"/>
                      <a:pt x="132" y="579"/>
                      <a:pt x="291" y="579"/>
                    </a:cubicBezTo>
                    <a:cubicBezTo>
                      <a:pt x="454" y="579"/>
                      <a:pt x="581" y="447"/>
                      <a:pt x="581" y="289"/>
                    </a:cubicBezTo>
                    <a:cubicBezTo>
                      <a:pt x="581" y="131"/>
                      <a:pt x="452" y="0"/>
                      <a:pt x="2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9040023" y="3714120"/>
                <a:ext cx="71910" cy="72035"/>
              </a:xfrm>
              <a:custGeom>
                <a:rect b="b" l="l" r="r" t="t"/>
                <a:pathLst>
                  <a:path extrusionOk="0" h="580" w="579">
                    <a:moveTo>
                      <a:pt x="293" y="0"/>
                    </a:moveTo>
                    <a:cubicBezTo>
                      <a:pt x="291" y="0"/>
                      <a:pt x="290" y="0"/>
                      <a:pt x="288" y="0"/>
                    </a:cubicBezTo>
                    <a:cubicBezTo>
                      <a:pt x="127" y="0"/>
                      <a:pt x="0" y="130"/>
                      <a:pt x="0" y="289"/>
                    </a:cubicBezTo>
                    <a:cubicBezTo>
                      <a:pt x="0" y="452"/>
                      <a:pt x="127" y="579"/>
                      <a:pt x="288" y="579"/>
                    </a:cubicBezTo>
                    <a:cubicBezTo>
                      <a:pt x="449" y="579"/>
                      <a:pt x="579" y="447"/>
                      <a:pt x="579" y="289"/>
                    </a:cubicBezTo>
                    <a:cubicBezTo>
                      <a:pt x="579" y="131"/>
                      <a:pt x="451" y="0"/>
                      <a:pt x="2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8810876" y="3440014"/>
                <a:ext cx="281432" cy="326391"/>
              </a:xfrm>
              <a:custGeom>
                <a:rect b="b" l="l" r="r" t="t"/>
                <a:pathLst>
                  <a:path extrusionOk="0" h="2628" w="2266">
                    <a:moveTo>
                      <a:pt x="1132" y="0"/>
                    </a:moveTo>
                    <a:cubicBezTo>
                      <a:pt x="507" y="0"/>
                      <a:pt x="1" y="510"/>
                      <a:pt x="1" y="1134"/>
                    </a:cubicBezTo>
                    <a:lnTo>
                      <a:pt x="1" y="2493"/>
                    </a:lnTo>
                    <a:cubicBezTo>
                      <a:pt x="1" y="2565"/>
                      <a:pt x="61" y="2625"/>
                      <a:pt x="133" y="2625"/>
                    </a:cubicBezTo>
                    <a:cubicBezTo>
                      <a:pt x="205" y="2625"/>
                      <a:pt x="265" y="2565"/>
                      <a:pt x="265" y="2493"/>
                    </a:cubicBezTo>
                    <a:lnTo>
                      <a:pt x="265" y="1134"/>
                    </a:lnTo>
                    <a:cubicBezTo>
                      <a:pt x="265" y="656"/>
                      <a:pt x="652" y="265"/>
                      <a:pt x="1132" y="265"/>
                    </a:cubicBezTo>
                    <a:cubicBezTo>
                      <a:pt x="1610" y="265"/>
                      <a:pt x="2001" y="654"/>
                      <a:pt x="2001" y="1134"/>
                    </a:cubicBezTo>
                    <a:lnTo>
                      <a:pt x="2001" y="2496"/>
                    </a:lnTo>
                    <a:cubicBezTo>
                      <a:pt x="2001" y="2568"/>
                      <a:pt x="2061" y="2628"/>
                      <a:pt x="2133" y="2628"/>
                    </a:cubicBezTo>
                    <a:cubicBezTo>
                      <a:pt x="2208" y="2628"/>
                      <a:pt x="2265" y="2568"/>
                      <a:pt x="2263" y="2493"/>
                    </a:cubicBezTo>
                    <a:lnTo>
                      <a:pt x="2263" y="1134"/>
                    </a:lnTo>
                    <a:cubicBezTo>
                      <a:pt x="2263" y="510"/>
                      <a:pt x="1756" y="0"/>
                      <a:pt x="1132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13"/>
            <p:cNvGrpSpPr/>
            <p:nvPr/>
          </p:nvGrpSpPr>
          <p:grpSpPr>
            <a:xfrm>
              <a:off x="7066991" y="1327400"/>
              <a:ext cx="1619908" cy="3276206"/>
              <a:chOff x="7066991" y="1327400"/>
              <a:chExt cx="1619908" cy="3276206"/>
            </a:xfrm>
          </p:grpSpPr>
          <p:sp>
            <p:nvSpPr>
              <p:cNvPr id="100" name="Google Shape;100;p13"/>
              <p:cNvSpPr/>
              <p:nvPr/>
            </p:nvSpPr>
            <p:spPr>
              <a:xfrm>
                <a:off x="7066991" y="1327400"/>
                <a:ext cx="1619908" cy="3276206"/>
              </a:xfrm>
              <a:custGeom>
                <a:rect b="b" l="l" r="r" t="t"/>
                <a:pathLst>
                  <a:path extrusionOk="0" h="26379" w="13043">
                    <a:moveTo>
                      <a:pt x="2135" y="1"/>
                    </a:moveTo>
                    <a:cubicBezTo>
                      <a:pt x="954" y="1"/>
                      <a:pt x="0" y="954"/>
                      <a:pt x="0" y="2133"/>
                    </a:cubicBezTo>
                    <a:lnTo>
                      <a:pt x="0" y="24246"/>
                    </a:lnTo>
                    <a:cubicBezTo>
                      <a:pt x="0" y="24433"/>
                      <a:pt x="24" y="24621"/>
                      <a:pt x="72" y="24794"/>
                    </a:cubicBezTo>
                    <a:cubicBezTo>
                      <a:pt x="92" y="24871"/>
                      <a:pt x="118" y="24945"/>
                      <a:pt x="144" y="25017"/>
                    </a:cubicBezTo>
                    <a:cubicBezTo>
                      <a:pt x="195" y="25154"/>
                      <a:pt x="265" y="25288"/>
                      <a:pt x="346" y="25411"/>
                    </a:cubicBezTo>
                    <a:cubicBezTo>
                      <a:pt x="603" y="25807"/>
                      <a:pt x="987" y="26110"/>
                      <a:pt x="1444" y="26266"/>
                    </a:cubicBezTo>
                    <a:cubicBezTo>
                      <a:pt x="1660" y="26340"/>
                      <a:pt x="1895" y="26379"/>
                      <a:pt x="2135" y="26379"/>
                    </a:cubicBezTo>
                    <a:lnTo>
                      <a:pt x="10913" y="26379"/>
                    </a:lnTo>
                    <a:cubicBezTo>
                      <a:pt x="12090" y="26379"/>
                      <a:pt x="13043" y="25425"/>
                      <a:pt x="13043" y="24246"/>
                    </a:cubicBezTo>
                    <a:lnTo>
                      <a:pt x="13043" y="2133"/>
                    </a:lnTo>
                    <a:cubicBezTo>
                      <a:pt x="13043" y="956"/>
                      <a:pt x="12085" y="3"/>
                      <a:pt x="10913" y="1"/>
                    </a:cubicBezTo>
                    <a:close/>
                  </a:path>
                </a:pathLst>
              </a:custGeom>
              <a:solidFill>
                <a:srgbClr val="2F3352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7159767" y="1407384"/>
                <a:ext cx="1434481" cy="3116612"/>
              </a:xfrm>
              <a:custGeom>
                <a:rect b="b" l="l" r="r" t="t"/>
                <a:pathLst>
                  <a:path extrusionOk="0" h="25094" w="11550">
                    <a:moveTo>
                      <a:pt x="493" y="0"/>
                    </a:moveTo>
                    <a:cubicBezTo>
                      <a:pt x="219" y="0"/>
                      <a:pt x="0" y="224"/>
                      <a:pt x="0" y="492"/>
                    </a:cubicBezTo>
                    <a:lnTo>
                      <a:pt x="0" y="24601"/>
                    </a:lnTo>
                    <a:cubicBezTo>
                      <a:pt x="0" y="24875"/>
                      <a:pt x="224" y="25093"/>
                      <a:pt x="493" y="25093"/>
                    </a:cubicBezTo>
                    <a:lnTo>
                      <a:pt x="11057" y="25093"/>
                    </a:lnTo>
                    <a:cubicBezTo>
                      <a:pt x="11326" y="25093"/>
                      <a:pt x="11549" y="24870"/>
                      <a:pt x="11549" y="24601"/>
                    </a:cubicBezTo>
                    <a:lnTo>
                      <a:pt x="11549" y="492"/>
                    </a:lnTo>
                    <a:cubicBezTo>
                      <a:pt x="11549" y="221"/>
                      <a:pt x="11326" y="0"/>
                      <a:pt x="110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7599680" y="4378085"/>
                <a:ext cx="503000" cy="19499"/>
              </a:xfrm>
              <a:custGeom>
                <a:rect b="b" l="l" r="r" t="t"/>
                <a:pathLst>
                  <a:path extrusionOk="0" h="157" w="4050">
                    <a:moveTo>
                      <a:pt x="20" y="0"/>
                    </a:moveTo>
                    <a:cubicBezTo>
                      <a:pt x="10" y="0"/>
                      <a:pt x="0" y="7"/>
                      <a:pt x="0" y="19"/>
                    </a:cubicBezTo>
                    <a:lnTo>
                      <a:pt x="0" y="139"/>
                    </a:lnTo>
                    <a:cubicBezTo>
                      <a:pt x="0" y="149"/>
                      <a:pt x="8" y="156"/>
                      <a:pt x="20" y="156"/>
                    </a:cubicBezTo>
                    <a:lnTo>
                      <a:pt x="4030" y="156"/>
                    </a:lnTo>
                    <a:cubicBezTo>
                      <a:pt x="4042" y="156"/>
                      <a:pt x="4049" y="149"/>
                      <a:pt x="4047" y="139"/>
                    </a:cubicBezTo>
                    <a:lnTo>
                      <a:pt x="4047" y="19"/>
                    </a:lnTo>
                    <a:cubicBezTo>
                      <a:pt x="4047" y="10"/>
                      <a:pt x="4042" y="0"/>
                      <a:pt x="4028" y="0"/>
                    </a:cubicBezTo>
                    <a:close/>
                  </a:path>
                </a:pathLst>
              </a:custGeom>
              <a:solidFill>
                <a:srgbClr val="F5F9FF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7467781" y="1338205"/>
                <a:ext cx="818337" cy="155495"/>
              </a:xfrm>
              <a:custGeom>
                <a:rect b="b" l="l" r="r" t="t"/>
                <a:pathLst>
                  <a:path extrusionOk="0" h="1252" w="6589">
                    <a:moveTo>
                      <a:pt x="6588" y="0"/>
                    </a:moveTo>
                    <a:lnTo>
                      <a:pt x="1" y="156"/>
                    </a:lnTo>
                    <a:lnTo>
                      <a:pt x="1" y="519"/>
                    </a:lnTo>
                    <a:cubicBezTo>
                      <a:pt x="1" y="925"/>
                      <a:pt x="328" y="1251"/>
                      <a:pt x="733" y="1251"/>
                    </a:cubicBezTo>
                    <a:lnTo>
                      <a:pt x="5856" y="1251"/>
                    </a:lnTo>
                    <a:cubicBezTo>
                      <a:pt x="6259" y="1251"/>
                      <a:pt x="6588" y="925"/>
                      <a:pt x="6588" y="519"/>
                    </a:cubicBezTo>
                    <a:lnTo>
                      <a:pt x="6588" y="0"/>
                    </a:lnTo>
                    <a:close/>
                  </a:path>
                </a:pathLst>
              </a:custGeom>
              <a:solidFill>
                <a:srgbClr val="2F3352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8127898" y="1396951"/>
                <a:ext cx="26951" cy="26951"/>
              </a:xfrm>
              <a:custGeom>
                <a:rect b="b" l="l" r="r" t="t"/>
                <a:pathLst>
                  <a:path extrusionOk="0" h="217" w="217">
                    <a:moveTo>
                      <a:pt x="109" y="0"/>
                    </a:moveTo>
                    <a:cubicBezTo>
                      <a:pt x="49" y="0"/>
                      <a:pt x="0" y="48"/>
                      <a:pt x="0" y="108"/>
                    </a:cubicBezTo>
                    <a:cubicBezTo>
                      <a:pt x="0" y="168"/>
                      <a:pt x="49" y="216"/>
                      <a:pt x="109" y="216"/>
                    </a:cubicBezTo>
                    <a:cubicBezTo>
                      <a:pt x="169" y="216"/>
                      <a:pt x="217" y="168"/>
                      <a:pt x="217" y="108"/>
                    </a:cubicBezTo>
                    <a:cubicBezTo>
                      <a:pt x="217" y="48"/>
                      <a:pt x="169" y="0"/>
                      <a:pt x="109" y="0"/>
                    </a:cubicBezTo>
                    <a:close/>
                  </a:path>
                </a:pathLst>
              </a:custGeom>
              <a:solidFill>
                <a:srgbClr val="363DCC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7735429" y="1397448"/>
                <a:ext cx="280686" cy="27075"/>
              </a:xfrm>
              <a:custGeom>
                <a:rect b="b" l="l" r="r" t="t"/>
                <a:pathLst>
                  <a:path extrusionOk="0" h="218" w="2260">
                    <a:moveTo>
                      <a:pt x="108" y="1"/>
                    </a:moveTo>
                    <a:cubicBezTo>
                      <a:pt x="48" y="1"/>
                      <a:pt x="0" y="49"/>
                      <a:pt x="0" y="109"/>
                    </a:cubicBezTo>
                    <a:cubicBezTo>
                      <a:pt x="0" y="169"/>
                      <a:pt x="48" y="217"/>
                      <a:pt x="108" y="217"/>
                    </a:cubicBezTo>
                    <a:lnTo>
                      <a:pt x="2149" y="217"/>
                    </a:lnTo>
                    <a:cubicBezTo>
                      <a:pt x="2210" y="217"/>
                      <a:pt x="2260" y="164"/>
                      <a:pt x="2258" y="109"/>
                    </a:cubicBezTo>
                    <a:cubicBezTo>
                      <a:pt x="2258" y="49"/>
                      <a:pt x="2210" y="1"/>
                      <a:pt x="2149" y="1"/>
                    </a:cubicBezTo>
                    <a:close/>
                  </a:path>
                </a:pathLst>
              </a:custGeom>
              <a:solidFill>
                <a:srgbClr val="363DCC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7264964" y="1628954"/>
                <a:ext cx="1221855" cy="605587"/>
              </a:xfrm>
              <a:custGeom>
                <a:rect b="b" l="l" r="r" t="t"/>
                <a:pathLst>
                  <a:path extrusionOk="0" h="4876" w="9838">
                    <a:moveTo>
                      <a:pt x="183" y="0"/>
                    </a:moveTo>
                    <a:cubicBezTo>
                      <a:pt x="80" y="0"/>
                      <a:pt x="1" y="82"/>
                      <a:pt x="1" y="183"/>
                    </a:cubicBezTo>
                    <a:lnTo>
                      <a:pt x="1" y="4691"/>
                    </a:lnTo>
                    <a:cubicBezTo>
                      <a:pt x="1" y="4794"/>
                      <a:pt x="80" y="4876"/>
                      <a:pt x="183" y="4876"/>
                    </a:cubicBezTo>
                    <a:lnTo>
                      <a:pt x="9655" y="4876"/>
                    </a:lnTo>
                    <a:cubicBezTo>
                      <a:pt x="9756" y="4876"/>
                      <a:pt x="9837" y="4794"/>
                      <a:pt x="9837" y="4691"/>
                    </a:cubicBezTo>
                    <a:lnTo>
                      <a:pt x="9837" y="183"/>
                    </a:lnTo>
                    <a:cubicBezTo>
                      <a:pt x="9837" y="82"/>
                      <a:pt x="9756" y="0"/>
                      <a:pt x="9655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7874408" y="2019682"/>
                <a:ext cx="529454" cy="143324"/>
              </a:xfrm>
              <a:custGeom>
                <a:rect b="b" l="l" r="r" t="t"/>
                <a:pathLst>
                  <a:path extrusionOk="0" h="1154" w="4263">
                    <a:moveTo>
                      <a:pt x="577" y="0"/>
                    </a:moveTo>
                    <a:cubicBezTo>
                      <a:pt x="260" y="0"/>
                      <a:pt x="0" y="257"/>
                      <a:pt x="0" y="577"/>
                    </a:cubicBezTo>
                    <a:cubicBezTo>
                      <a:pt x="0" y="894"/>
                      <a:pt x="260" y="1153"/>
                      <a:pt x="577" y="1153"/>
                    </a:cubicBezTo>
                    <a:lnTo>
                      <a:pt x="3687" y="1153"/>
                    </a:lnTo>
                    <a:cubicBezTo>
                      <a:pt x="4006" y="1153"/>
                      <a:pt x="4263" y="894"/>
                      <a:pt x="4263" y="577"/>
                    </a:cubicBezTo>
                    <a:cubicBezTo>
                      <a:pt x="4263" y="257"/>
                      <a:pt x="4006" y="0"/>
                      <a:pt x="3687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7874035" y="1725828"/>
                <a:ext cx="529827" cy="54523"/>
              </a:xfrm>
              <a:custGeom>
                <a:rect b="b" l="l" r="r" t="t"/>
                <a:pathLst>
                  <a:path extrusionOk="0" h="439" w="4266">
                    <a:moveTo>
                      <a:pt x="219" y="1"/>
                    </a:moveTo>
                    <a:cubicBezTo>
                      <a:pt x="99" y="1"/>
                      <a:pt x="1" y="99"/>
                      <a:pt x="1" y="220"/>
                    </a:cubicBezTo>
                    <a:cubicBezTo>
                      <a:pt x="1" y="340"/>
                      <a:pt x="99" y="438"/>
                      <a:pt x="219" y="438"/>
                    </a:cubicBezTo>
                    <a:lnTo>
                      <a:pt x="4047" y="438"/>
                    </a:lnTo>
                    <a:cubicBezTo>
                      <a:pt x="4167" y="438"/>
                      <a:pt x="4266" y="340"/>
                      <a:pt x="4266" y="220"/>
                    </a:cubicBezTo>
                    <a:cubicBezTo>
                      <a:pt x="4266" y="99"/>
                      <a:pt x="4167" y="1"/>
                      <a:pt x="4047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7874408" y="1815624"/>
                <a:ext cx="529454" cy="54150"/>
              </a:xfrm>
              <a:custGeom>
                <a:rect b="b" l="l" r="r" t="t"/>
                <a:pathLst>
                  <a:path extrusionOk="0" h="436" w="4263">
                    <a:moveTo>
                      <a:pt x="65" y="1"/>
                    </a:moveTo>
                    <a:cubicBezTo>
                      <a:pt x="31" y="1"/>
                      <a:pt x="0" y="27"/>
                      <a:pt x="0" y="63"/>
                    </a:cubicBezTo>
                    <a:lnTo>
                      <a:pt x="0" y="373"/>
                    </a:lnTo>
                    <a:cubicBezTo>
                      <a:pt x="0" y="407"/>
                      <a:pt x="29" y="436"/>
                      <a:pt x="65" y="436"/>
                    </a:cubicBezTo>
                    <a:lnTo>
                      <a:pt x="4200" y="436"/>
                    </a:lnTo>
                    <a:cubicBezTo>
                      <a:pt x="4236" y="436"/>
                      <a:pt x="4263" y="407"/>
                      <a:pt x="4263" y="373"/>
                    </a:cubicBezTo>
                    <a:lnTo>
                      <a:pt x="4263" y="63"/>
                    </a:lnTo>
                    <a:cubicBezTo>
                      <a:pt x="4263" y="32"/>
                      <a:pt x="4236" y="1"/>
                      <a:pt x="4200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7874408" y="1904550"/>
                <a:ext cx="399171" cy="54399"/>
              </a:xfrm>
              <a:custGeom>
                <a:rect b="b" l="l" r="r" t="t"/>
                <a:pathLst>
                  <a:path extrusionOk="0" h="438" w="3214">
                    <a:moveTo>
                      <a:pt x="219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9"/>
                      <a:pt x="99" y="438"/>
                      <a:pt x="219" y="438"/>
                    </a:cubicBezTo>
                    <a:lnTo>
                      <a:pt x="2992" y="438"/>
                    </a:lnTo>
                    <a:cubicBezTo>
                      <a:pt x="3113" y="438"/>
                      <a:pt x="3211" y="341"/>
                      <a:pt x="3213" y="219"/>
                    </a:cubicBezTo>
                    <a:cubicBezTo>
                      <a:pt x="3213" y="99"/>
                      <a:pt x="3113" y="0"/>
                      <a:pt x="2992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7383077" y="1763212"/>
                <a:ext cx="418297" cy="337445"/>
              </a:xfrm>
              <a:custGeom>
                <a:rect b="b" l="l" r="r" t="t"/>
                <a:pathLst>
                  <a:path extrusionOk="0" h="2717" w="3368">
                    <a:moveTo>
                      <a:pt x="1150" y="1"/>
                    </a:moveTo>
                    <a:cubicBezTo>
                      <a:pt x="1148" y="1"/>
                      <a:pt x="1146" y="1"/>
                      <a:pt x="1144" y="3"/>
                    </a:cubicBezTo>
                    <a:lnTo>
                      <a:pt x="774" y="216"/>
                    </a:lnTo>
                    <a:lnTo>
                      <a:pt x="18" y="843"/>
                    </a:lnTo>
                    <a:cubicBezTo>
                      <a:pt x="3" y="855"/>
                      <a:pt x="1" y="877"/>
                      <a:pt x="15" y="891"/>
                    </a:cubicBezTo>
                    <a:lnTo>
                      <a:pt x="383" y="1314"/>
                    </a:lnTo>
                    <a:cubicBezTo>
                      <a:pt x="390" y="1321"/>
                      <a:pt x="400" y="1326"/>
                      <a:pt x="410" y="1326"/>
                    </a:cubicBezTo>
                    <a:cubicBezTo>
                      <a:pt x="415" y="1326"/>
                      <a:pt x="421" y="1325"/>
                      <a:pt x="426" y="1321"/>
                    </a:cubicBezTo>
                    <a:lnTo>
                      <a:pt x="772" y="1090"/>
                    </a:lnTo>
                    <a:lnTo>
                      <a:pt x="772" y="2702"/>
                    </a:lnTo>
                    <a:cubicBezTo>
                      <a:pt x="772" y="2707"/>
                      <a:pt x="774" y="2716"/>
                      <a:pt x="784" y="2716"/>
                    </a:cubicBezTo>
                    <a:lnTo>
                      <a:pt x="2592" y="2716"/>
                    </a:lnTo>
                    <a:cubicBezTo>
                      <a:pt x="2597" y="2716"/>
                      <a:pt x="2604" y="2711"/>
                      <a:pt x="2604" y="2702"/>
                    </a:cubicBezTo>
                    <a:lnTo>
                      <a:pt x="2604" y="1093"/>
                    </a:lnTo>
                    <a:lnTo>
                      <a:pt x="2948" y="1323"/>
                    </a:lnTo>
                    <a:cubicBezTo>
                      <a:pt x="2955" y="1327"/>
                      <a:pt x="2962" y="1329"/>
                      <a:pt x="2968" y="1329"/>
                    </a:cubicBezTo>
                    <a:cubicBezTo>
                      <a:pt x="2978" y="1329"/>
                      <a:pt x="2986" y="1326"/>
                      <a:pt x="2993" y="1319"/>
                    </a:cubicBezTo>
                    <a:lnTo>
                      <a:pt x="3361" y="894"/>
                    </a:lnTo>
                    <a:cubicBezTo>
                      <a:pt x="3368" y="879"/>
                      <a:pt x="3365" y="855"/>
                      <a:pt x="3351" y="843"/>
                    </a:cubicBezTo>
                    <a:lnTo>
                      <a:pt x="2595" y="216"/>
                    </a:lnTo>
                    <a:lnTo>
                      <a:pt x="2225" y="3"/>
                    </a:lnTo>
                    <a:cubicBezTo>
                      <a:pt x="2222" y="2"/>
                      <a:pt x="2220" y="2"/>
                      <a:pt x="2219" y="2"/>
                    </a:cubicBezTo>
                    <a:cubicBezTo>
                      <a:pt x="2213" y="2"/>
                      <a:pt x="2210" y="5"/>
                      <a:pt x="2210" y="12"/>
                    </a:cubicBezTo>
                    <a:cubicBezTo>
                      <a:pt x="2201" y="293"/>
                      <a:pt x="1968" y="519"/>
                      <a:pt x="1684" y="519"/>
                    </a:cubicBezTo>
                    <a:cubicBezTo>
                      <a:pt x="1403" y="519"/>
                      <a:pt x="1168" y="293"/>
                      <a:pt x="1158" y="12"/>
                    </a:cubicBezTo>
                    <a:cubicBezTo>
                      <a:pt x="1158" y="5"/>
                      <a:pt x="1155" y="1"/>
                      <a:pt x="1150" y="1"/>
                    </a:cubicBezTo>
                    <a:close/>
                  </a:path>
                </a:pathLst>
              </a:custGeom>
              <a:solidFill>
                <a:srgbClr val="232F3F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7264964" y="2308940"/>
                <a:ext cx="1221855" cy="605587"/>
              </a:xfrm>
              <a:custGeom>
                <a:rect b="b" l="l" r="r" t="t"/>
                <a:pathLst>
                  <a:path extrusionOk="0" h="4876" w="9838">
                    <a:moveTo>
                      <a:pt x="183" y="1"/>
                    </a:moveTo>
                    <a:cubicBezTo>
                      <a:pt x="80" y="1"/>
                      <a:pt x="1" y="83"/>
                      <a:pt x="1" y="183"/>
                    </a:cubicBezTo>
                    <a:lnTo>
                      <a:pt x="1" y="4693"/>
                    </a:lnTo>
                    <a:cubicBezTo>
                      <a:pt x="1" y="4794"/>
                      <a:pt x="80" y="4876"/>
                      <a:pt x="183" y="4876"/>
                    </a:cubicBezTo>
                    <a:lnTo>
                      <a:pt x="9655" y="4876"/>
                    </a:lnTo>
                    <a:cubicBezTo>
                      <a:pt x="9756" y="4876"/>
                      <a:pt x="9837" y="4794"/>
                      <a:pt x="9837" y="4693"/>
                    </a:cubicBezTo>
                    <a:lnTo>
                      <a:pt x="9837" y="183"/>
                    </a:lnTo>
                    <a:cubicBezTo>
                      <a:pt x="9837" y="83"/>
                      <a:pt x="9756" y="1"/>
                      <a:pt x="9655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7874408" y="2699668"/>
                <a:ext cx="529454" cy="143324"/>
              </a:xfrm>
              <a:custGeom>
                <a:rect b="b" l="l" r="r" t="t"/>
                <a:pathLst>
                  <a:path extrusionOk="0" h="1154" w="4263">
                    <a:moveTo>
                      <a:pt x="577" y="1"/>
                    </a:moveTo>
                    <a:cubicBezTo>
                      <a:pt x="260" y="1"/>
                      <a:pt x="0" y="258"/>
                      <a:pt x="0" y="577"/>
                    </a:cubicBezTo>
                    <a:cubicBezTo>
                      <a:pt x="0" y="894"/>
                      <a:pt x="260" y="1154"/>
                      <a:pt x="577" y="1154"/>
                    </a:cubicBezTo>
                    <a:lnTo>
                      <a:pt x="3687" y="1154"/>
                    </a:lnTo>
                    <a:cubicBezTo>
                      <a:pt x="4006" y="1154"/>
                      <a:pt x="4263" y="894"/>
                      <a:pt x="4263" y="577"/>
                    </a:cubicBezTo>
                    <a:cubicBezTo>
                      <a:pt x="4263" y="258"/>
                      <a:pt x="4006" y="1"/>
                      <a:pt x="3687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7874035" y="2405939"/>
                <a:ext cx="529827" cy="54399"/>
              </a:xfrm>
              <a:custGeom>
                <a:rect b="b" l="l" r="r" t="t"/>
                <a:pathLst>
                  <a:path extrusionOk="0" h="438" w="4266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9"/>
                      <a:pt x="99" y="437"/>
                      <a:pt x="219" y="437"/>
                    </a:cubicBezTo>
                    <a:lnTo>
                      <a:pt x="4047" y="437"/>
                    </a:lnTo>
                    <a:cubicBezTo>
                      <a:pt x="4167" y="437"/>
                      <a:pt x="4266" y="339"/>
                      <a:pt x="4266" y="219"/>
                    </a:cubicBezTo>
                    <a:cubicBezTo>
                      <a:pt x="4266" y="99"/>
                      <a:pt x="4167" y="0"/>
                      <a:pt x="4047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7874035" y="2495113"/>
                <a:ext cx="529827" cy="54399"/>
              </a:xfrm>
              <a:custGeom>
                <a:rect b="b" l="l" r="r" t="t"/>
                <a:pathLst>
                  <a:path extrusionOk="0" h="438" w="4266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9"/>
                      <a:pt x="99" y="438"/>
                      <a:pt x="219" y="438"/>
                    </a:cubicBezTo>
                    <a:lnTo>
                      <a:pt x="4047" y="438"/>
                    </a:lnTo>
                    <a:cubicBezTo>
                      <a:pt x="4167" y="438"/>
                      <a:pt x="4266" y="341"/>
                      <a:pt x="4266" y="219"/>
                    </a:cubicBezTo>
                    <a:cubicBezTo>
                      <a:pt x="4266" y="99"/>
                      <a:pt x="4167" y="0"/>
                      <a:pt x="4047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874408" y="2584536"/>
                <a:ext cx="399171" cy="54399"/>
              </a:xfrm>
              <a:custGeom>
                <a:rect b="b" l="l" r="r" t="t"/>
                <a:pathLst>
                  <a:path extrusionOk="0" h="438" w="3214">
                    <a:moveTo>
                      <a:pt x="219" y="1"/>
                    </a:moveTo>
                    <a:cubicBezTo>
                      <a:pt x="99" y="1"/>
                      <a:pt x="0" y="99"/>
                      <a:pt x="0" y="219"/>
                    </a:cubicBezTo>
                    <a:cubicBezTo>
                      <a:pt x="0" y="340"/>
                      <a:pt x="99" y="438"/>
                      <a:pt x="219" y="438"/>
                    </a:cubicBezTo>
                    <a:lnTo>
                      <a:pt x="2992" y="438"/>
                    </a:lnTo>
                    <a:cubicBezTo>
                      <a:pt x="3113" y="438"/>
                      <a:pt x="3211" y="342"/>
                      <a:pt x="3213" y="219"/>
                    </a:cubicBezTo>
                    <a:cubicBezTo>
                      <a:pt x="3213" y="99"/>
                      <a:pt x="3113" y="1"/>
                      <a:pt x="2992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382208" y="2443198"/>
                <a:ext cx="419167" cy="337445"/>
              </a:xfrm>
              <a:custGeom>
                <a:rect b="b" l="l" r="r" t="t"/>
                <a:pathLst>
                  <a:path extrusionOk="0" h="2717" w="3375">
                    <a:moveTo>
                      <a:pt x="1157" y="0"/>
                    </a:moveTo>
                    <a:cubicBezTo>
                      <a:pt x="1155" y="0"/>
                      <a:pt x="1153" y="1"/>
                      <a:pt x="1151" y="3"/>
                    </a:cubicBezTo>
                    <a:lnTo>
                      <a:pt x="781" y="217"/>
                    </a:lnTo>
                    <a:lnTo>
                      <a:pt x="20" y="844"/>
                    </a:lnTo>
                    <a:cubicBezTo>
                      <a:pt x="6" y="856"/>
                      <a:pt x="1" y="877"/>
                      <a:pt x="18" y="892"/>
                    </a:cubicBezTo>
                    <a:lnTo>
                      <a:pt x="383" y="1314"/>
                    </a:lnTo>
                    <a:cubicBezTo>
                      <a:pt x="390" y="1322"/>
                      <a:pt x="401" y="1327"/>
                      <a:pt x="411" y="1327"/>
                    </a:cubicBezTo>
                    <a:cubicBezTo>
                      <a:pt x="417" y="1327"/>
                      <a:pt x="423" y="1325"/>
                      <a:pt x="428" y="1321"/>
                    </a:cubicBezTo>
                    <a:lnTo>
                      <a:pt x="774" y="1091"/>
                    </a:lnTo>
                    <a:lnTo>
                      <a:pt x="774" y="2702"/>
                    </a:lnTo>
                    <a:cubicBezTo>
                      <a:pt x="774" y="2707"/>
                      <a:pt x="776" y="2717"/>
                      <a:pt x="786" y="2717"/>
                    </a:cubicBezTo>
                    <a:lnTo>
                      <a:pt x="2592" y="2717"/>
                    </a:lnTo>
                    <a:cubicBezTo>
                      <a:pt x="2599" y="2717"/>
                      <a:pt x="2604" y="2712"/>
                      <a:pt x="2604" y="2702"/>
                    </a:cubicBezTo>
                    <a:lnTo>
                      <a:pt x="2604" y="1093"/>
                    </a:lnTo>
                    <a:lnTo>
                      <a:pt x="2950" y="1324"/>
                    </a:lnTo>
                    <a:cubicBezTo>
                      <a:pt x="2956" y="1328"/>
                      <a:pt x="2962" y="1330"/>
                      <a:pt x="2969" y="1330"/>
                    </a:cubicBezTo>
                    <a:cubicBezTo>
                      <a:pt x="2977" y="1330"/>
                      <a:pt x="2986" y="1326"/>
                      <a:pt x="2993" y="1319"/>
                    </a:cubicBezTo>
                    <a:lnTo>
                      <a:pt x="3360" y="894"/>
                    </a:lnTo>
                    <a:cubicBezTo>
                      <a:pt x="3375" y="877"/>
                      <a:pt x="3372" y="856"/>
                      <a:pt x="3358" y="844"/>
                    </a:cubicBezTo>
                    <a:lnTo>
                      <a:pt x="2602" y="217"/>
                    </a:lnTo>
                    <a:lnTo>
                      <a:pt x="2232" y="3"/>
                    </a:lnTo>
                    <a:cubicBezTo>
                      <a:pt x="2229" y="2"/>
                      <a:pt x="2227" y="2"/>
                      <a:pt x="2226" y="2"/>
                    </a:cubicBezTo>
                    <a:cubicBezTo>
                      <a:pt x="2220" y="2"/>
                      <a:pt x="2217" y="5"/>
                      <a:pt x="2217" y="13"/>
                    </a:cubicBezTo>
                    <a:cubicBezTo>
                      <a:pt x="2208" y="294"/>
                      <a:pt x="1975" y="519"/>
                      <a:pt x="1691" y="519"/>
                    </a:cubicBezTo>
                    <a:cubicBezTo>
                      <a:pt x="1410" y="519"/>
                      <a:pt x="1175" y="294"/>
                      <a:pt x="1165" y="13"/>
                    </a:cubicBezTo>
                    <a:cubicBezTo>
                      <a:pt x="1165" y="6"/>
                      <a:pt x="1162" y="0"/>
                      <a:pt x="1157" y="0"/>
                    </a:cubicBez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7264964" y="2989050"/>
                <a:ext cx="1221855" cy="605587"/>
              </a:xfrm>
              <a:custGeom>
                <a:rect b="b" l="l" r="r" t="t"/>
                <a:pathLst>
                  <a:path extrusionOk="0" h="4876" w="9838">
                    <a:moveTo>
                      <a:pt x="183" y="0"/>
                    </a:moveTo>
                    <a:cubicBezTo>
                      <a:pt x="80" y="0"/>
                      <a:pt x="1" y="82"/>
                      <a:pt x="1" y="183"/>
                    </a:cubicBezTo>
                    <a:lnTo>
                      <a:pt x="1" y="4693"/>
                    </a:lnTo>
                    <a:cubicBezTo>
                      <a:pt x="1" y="4794"/>
                      <a:pt x="80" y="4875"/>
                      <a:pt x="183" y="4875"/>
                    </a:cubicBezTo>
                    <a:lnTo>
                      <a:pt x="9655" y="4875"/>
                    </a:lnTo>
                    <a:cubicBezTo>
                      <a:pt x="9756" y="4875"/>
                      <a:pt x="9837" y="4794"/>
                      <a:pt x="9837" y="4690"/>
                    </a:cubicBezTo>
                    <a:lnTo>
                      <a:pt x="9837" y="183"/>
                    </a:lnTo>
                    <a:cubicBezTo>
                      <a:pt x="9837" y="82"/>
                      <a:pt x="9756" y="0"/>
                      <a:pt x="9655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7874408" y="3379778"/>
                <a:ext cx="529454" cy="143324"/>
              </a:xfrm>
              <a:custGeom>
                <a:rect b="b" l="l" r="r" t="t"/>
                <a:pathLst>
                  <a:path extrusionOk="0" h="1154" w="4263">
                    <a:moveTo>
                      <a:pt x="577" y="0"/>
                    </a:moveTo>
                    <a:cubicBezTo>
                      <a:pt x="260" y="0"/>
                      <a:pt x="0" y="257"/>
                      <a:pt x="0" y="577"/>
                    </a:cubicBezTo>
                    <a:cubicBezTo>
                      <a:pt x="0" y="894"/>
                      <a:pt x="260" y="1153"/>
                      <a:pt x="577" y="1153"/>
                    </a:cubicBezTo>
                    <a:lnTo>
                      <a:pt x="3687" y="1153"/>
                    </a:lnTo>
                    <a:cubicBezTo>
                      <a:pt x="4006" y="1153"/>
                      <a:pt x="4263" y="894"/>
                      <a:pt x="4263" y="577"/>
                    </a:cubicBezTo>
                    <a:cubicBezTo>
                      <a:pt x="4263" y="257"/>
                      <a:pt x="4006" y="0"/>
                      <a:pt x="3687" y="0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7874035" y="3085925"/>
                <a:ext cx="529827" cy="54399"/>
              </a:xfrm>
              <a:custGeom>
                <a:rect b="b" l="l" r="r" t="t"/>
                <a:pathLst>
                  <a:path extrusionOk="0" h="438" w="4266">
                    <a:moveTo>
                      <a:pt x="219" y="1"/>
                    </a:moveTo>
                    <a:cubicBezTo>
                      <a:pt x="99" y="1"/>
                      <a:pt x="1" y="99"/>
                      <a:pt x="1" y="219"/>
                    </a:cubicBezTo>
                    <a:cubicBezTo>
                      <a:pt x="1" y="339"/>
                      <a:pt x="99" y="438"/>
                      <a:pt x="219" y="438"/>
                    </a:cubicBezTo>
                    <a:lnTo>
                      <a:pt x="4047" y="438"/>
                    </a:lnTo>
                    <a:cubicBezTo>
                      <a:pt x="4167" y="438"/>
                      <a:pt x="4266" y="339"/>
                      <a:pt x="4266" y="219"/>
                    </a:cubicBezTo>
                    <a:cubicBezTo>
                      <a:pt x="4266" y="99"/>
                      <a:pt x="4167" y="1"/>
                      <a:pt x="4047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7874035" y="3175099"/>
                <a:ext cx="529827" cy="54399"/>
              </a:xfrm>
              <a:custGeom>
                <a:rect b="b" l="l" r="r" t="t"/>
                <a:pathLst>
                  <a:path extrusionOk="0" h="438" w="4266">
                    <a:moveTo>
                      <a:pt x="219" y="1"/>
                    </a:moveTo>
                    <a:cubicBezTo>
                      <a:pt x="99" y="1"/>
                      <a:pt x="1" y="99"/>
                      <a:pt x="1" y="219"/>
                    </a:cubicBezTo>
                    <a:cubicBezTo>
                      <a:pt x="1" y="339"/>
                      <a:pt x="99" y="438"/>
                      <a:pt x="219" y="438"/>
                    </a:cubicBezTo>
                    <a:lnTo>
                      <a:pt x="4047" y="438"/>
                    </a:lnTo>
                    <a:cubicBezTo>
                      <a:pt x="4167" y="438"/>
                      <a:pt x="4266" y="342"/>
                      <a:pt x="4266" y="219"/>
                    </a:cubicBezTo>
                    <a:cubicBezTo>
                      <a:pt x="4266" y="99"/>
                      <a:pt x="4167" y="1"/>
                      <a:pt x="4047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7874408" y="3264646"/>
                <a:ext cx="399171" cy="54399"/>
              </a:xfrm>
              <a:custGeom>
                <a:rect b="b" l="l" r="r" t="t"/>
                <a:pathLst>
                  <a:path extrusionOk="0" h="438" w="3214">
                    <a:moveTo>
                      <a:pt x="219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9"/>
                      <a:pt x="99" y="437"/>
                      <a:pt x="219" y="437"/>
                    </a:cubicBezTo>
                    <a:lnTo>
                      <a:pt x="2992" y="437"/>
                    </a:lnTo>
                    <a:cubicBezTo>
                      <a:pt x="3113" y="437"/>
                      <a:pt x="3211" y="339"/>
                      <a:pt x="3213" y="219"/>
                    </a:cubicBezTo>
                    <a:cubicBezTo>
                      <a:pt x="3213" y="99"/>
                      <a:pt x="3113" y="0"/>
                      <a:pt x="2992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" name="Google Shape;123;p13"/>
              <p:cNvGrpSpPr/>
              <p:nvPr/>
            </p:nvGrpSpPr>
            <p:grpSpPr>
              <a:xfrm>
                <a:off x="7398105" y="3088657"/>
                <a:ext cx="387496" cy="371724"/>
                <a:chOff x="7550505" y="3088657"/>
                <a:chExt cx="387496" cy="371724"/>
              </a:xfrm>
            </p:grpSpPr>
            <p:sp>
              <p:nvSpPr>
                <p:cNvPr id="124" name="Google Shape;124;p13"/>
                <p:cNvSpPr/>
                <p:nvPr/>
              </p:nvSpPr>
              <p:spPr>
                <a:xfrm>
                  <a:off x="7550505" y="3123309"/>
                  <a:ext cx="387496" cy="337072"/>
                </a:xfrm>
                <a:custGeom>
                  <a:rect b="b" l="l" r="r" t="t"/>
                  <a:pathLst>
                    <a:path extrusionOk="0" h="2714" w="3120">
                      <a:moveTo>
                        <a:pt x="901" y="0"/>
                      </a:moveTo>
                      <a:lnTo>
                        <a:pt x="0" y="2714"/>
                      </a:lnTo>
                      <a:lnTo>
                        <a:pt x="3120" y="2714"/>
                      </a:lnTo>
                      <a:lnTo>
                        <a:pt x="2221" y="0"/>
                      </a:lnTo>
                      <a:close/>
                    </a:path>
                  </a:pathLst>
                </a:custGeom>
                <a:solidFill>
                  <a:srgbClr val="232F3F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13"/>
                <p:cNvSpPr/>
                <p:nvPr/>
              </p:nvSpPr>
              <p:spPr>
                <a:xfrm>
                  <a:off x="7662284" y="3102940"/>
                  <a:ext cx="82219" cy="20493"/>
                </a:xfrm>
                <a:custGeom>
                  <a:rect b="b" l="l" r="r" t="t"/>
                  <a:pathLst>
                    <a:path extrusionOk="0" h="165" w="662">
                      <a:moveTo>
                        <a:pt x="1" y="1"/>
                      </a:moveTo>
                      <a:lnTo>
                        <a:pt x="1" y="164"/>
                      </a:lnTo>
                      <a:lnTo>
                        <a:pt x="661" y="164"/>
                      </a:lnTo>
                      <a:lnTo>
                        <a:pt x="661" y="1"/>
                      </a:lnTo>
                      <a:close/>
                    </a:path>
                  </a:pathLst>
                </a:custGeom>
                <a:solidFill>
                  <a:srgbClr val="76B8F4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3"/>
                <p:cNvSpPr/>
                <p:nvPr/>
              </p:nvSpPr>
              <p:spPr>
                <a:xfrm>
                  <a:off x="7744380" y="3102940"/>
                  <a:ext cx="82095" cy="20493"/>
                </a:xfrm>
                <a:custGeom>
                  <a:rect b="b" l="l" r="r" t="t"/>
                  <a:pathLst>
                    <a:path extrusionOk="0" h="165" w="661">
                      <a:moveTo>
                        <a:pt x="0" y="1"/>
                      </a:moveTo>
                      <a:lnTo>
                        <a:pt x="0" y="164"/>
                      </a:lnTo>
                      <a:lnTo>
                        <a:pt x="660" y="164"/>
                      </a:lnTo>
                      <a:lnTo>
                        <a:pt x="660" y="1"/>
                      </a:lnTo>
                      <a:close/>
                    </a:path>
                  </a:pathLst>
                </a:custGeom>
                <a:solidFill>
                  <a:srgbClr val="76B8F4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" name="Google Shape;127;p13"/>
                <p:cNvSpPr/>
                <p:nvPr/>
              </p:nvSpPr>
              <p:spPr>
                <a:xfrm>
                  <a:off x="7718049" y="3088657"/>
                  <a:ext cx="52287" cy="48437"/>
                </a:xfrm>
                <a:custGeom>
                  <a:rect b="b" l="l" r="r" t="t"/>
                  <a:pathLst>
                    <a:path extrusionOk="0" h="390" w="421">
                      <a:moveTo>
                        <a:pt x="221" y="0"/>
                      </a:moveTo>
                      <a:cubicBezTo>
                        <a:pt x="218" y="0"/>
                        <a:pt x="215" y="0"/>
                        <a:pt x="212" y="0"/>
                      </a:cubicBezTo>
                      <a:cubicBezTo>
                        <a:pt x="97" y="0"/>
                        <a:pt x="1" y="87"/>
                        <a:pt x="1" y="195"/>
                      </a:cubicBezTo>
                      <a:cubicBezTo>
                        <a:pt x="1" y="303"/>
                        <a:pt x="94" y="389"/>
                        <a:pt x="212" y="389"/>
                      </a:cubicBezTo>
                      <a:cubicBezTo>
                        <a:pt x="325" y="389"/>
                        <a:pt x="421" y="303"/>
                        <a:pt x="421" y="195"/>
                      </a:cubicBezTo>
                      <a:cubicBezTo>
                        <a:pt x="421" y="90"/>
                        <a:pt x="334" y="0"/>
                        <a:pt x="221" y="0"/>
                      </a:cubicBezTo>
                      <a:close/>
                    </a:path>
                  </a:pathLst>
                </a:custGeom>
                <a:solidFill>
                  <a:srgbClr val="EB5C5C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8" name="Google Shape;128;p13"/>
              <p:cNvSpPr/>
              <p:nvPr/>
            </p:nvSpPr>
            <p:spPr>
              <a:xfrm>
                <a:off x="7264964" y="3666428"/>
                <a:ext cx="1221855" cy="605587"/>
              </a:xfrm>
              <a:custGeom>
                <a:rect b="b" l="l" r="r" t="t"/>
                <a:pathLst>
                  <a:path extrusionOk="0" h="4876" w="9838">
                    <a:moveTo>
                      <a:pt x="183" y="0"/>
                    </a:moveTo>
                    <a:cubicBezTo>
                      <a:pt x="80" y="0"/>
                      <a:pt x="1" y="82"/>
                      <a:pt x="1" y="183"/>
                    </a:cubicBezTo>
                    <a:lnTo>
                      <a:pt x="1" y="4693"/>
                    </a:lnTo>
                    <a:cubicBezTo>
                      <a:pt x="1" y="4794"/>
                      <a:pt x="80" y="4875"/>
                      <a:pt x="183" y="4875"/>
                    </a:cubicBezTo>
                    <a:lnTo>
                      <a:pt x="9655" y="4875"/>
                    </a:lnTo>
                    <a:cubicBezTo>
                      <a:pt x="9756" y="4875"/>
                      <a:pt x="9837" y="4791"/>
                      <a:pt x="9837" y="4693"/>
                    </a:cubicBezTo>
                    <a:lnTo>
                      <a:pt x="9837" y="183"/>
                    </a:lnTo>
                    <a:cubicBezTo>
                      <a:pt x="9837" y="82"/>
                      <a:pt x="9756" y="0"/>
                      <a:pt x="9655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7874408" y="4057156"/>
                <a:ext cx="529454" cy="143200"/>
              </a:xfrm>
              <a:custGeom>
                <a:rect b="b" l="l" r="r" t="t"/>
                <a:pathLst>
                  <a:path extrusionOk="0" h="1153" w="4263">
                    <a:moveTo>
                      <a:pt x="577" y="0"/>
                    </a:moveTo>
                    <a:cubicBezTo>
                      <a:pt x="260" y="0"/>
                      <a:pt x="0" y="259"/>
                      <a:pt x="0" y="576"/>
                    </a:cubicBezTo>
                    <a:cubicBezTo>
                      <a:pt x="0" y="896"/>
                      <a:pt x="260" y="1153"/>
                      <a:pt x="577" y="1153"/>
                    </a:cubicBezTo>
                    <a:lnTo>
                      <a:pt x="3687" y="1153"/>
                    </a:lnTo>
                    <a:cubicBezTo>
                      <a:pt x="4006" y="1153"/>
                      <a:pt x="4263" y="893"/>
                      <a:pt x="4263" y="576"/>
                    </a:cubicBezTo>
                    <a:cubicBezTo>
                      <a:pt x="4263" y="257"/>
                      <a:pt x="4006" y="0"/>
                      <a:pt x="3687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7874035" y="3763054"/>
                <a:ext cx="529827" cy="54399"/>
              </a:xfrm>
              <a:custGeom>
                <a:rect b="b" l="l" r="r" t="t"/>
                <a:pathLst>
                  <a:path extrusionOk="0" h="438" w="4266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9"/>
                      <a:pt x="99" y="437"/>
                      <a:pt x="219" y="437"/>
                    </a:cubicBezTo>
                    <a:lnTo>
                      <a:pt x="4047" y="437"/>
                    </a:lnTo>
                    <a:cubicBezTo>
                      <a:pt x="4167" y="437"/>
                      <a:pt x="4266" y="341"/>
                      <a:pt x="4266" y="219"/>
                    </a:cubicBezTo>
                    <a:cubicBezTo>
                      <a:pt x="4266" y="99"/>
                      <a:pt x="4167" y="0"/>
                      <a:pt x="4047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7874035" y="3852477"/>
                <a:ext cx="529827" cy="54399"/>
              </a:xfrm>
              <a:custGeom>
                <a:rect b="b" l="l" r="r" t="t"/>
                <a:pathLst>
                  <a:path extrusionOk="0" h="438" w="4266">
                    <a:moveTo>
                      <a:pt x="219" y="1"/>
                    </a:moveTo>
                    <a:cubicBezTo>
                      <a:pt x="99" y="1"/>
                      <a:pt x="1" y="99"/>
                      <a:pt x="1" y="219"/>
                    </a:cubicBezTo>
                    <a:cubicBezTo>
                      <a:pt x="1" y="339"/>
                      <a:pt x="99" y="438"/>
                      <a:pt x="219" y="438"/>
                    </a:cubicBezTo>
                    <a:lnTo>
                      <a:pt x="4047" y="438"/>
                    </a:lnTo>
                    <a:cubicBezTo>
                      <a:pt x="4167" y="438"/>
                      <a:pt x="4266" y="342"/>
                      <a:pt x="4266" y="219"/>
                    </a:cubicBezTo>
                    <a:cubicBezTo>
                      <a:pt x="4266" y="99"/>
                      <a:pt x="4167" y="1"/>
                      <a:pt x="4047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7874408" y="3942024"/>
                <a:ext cx="399171" cy="54399"/>
              </a:xfrm>
              <a:custGeom>
                <a:rect b="b" l="l" r="r" t="t"/>
                <a:pathLst>
                  <a:path extrusionOk="0" h="438" w="3214">
                    <a:moveTo>
                      <a:pt x="219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9"/>
                      <a:pt x="99" y="437"/>
                      <a:pt x="219" y="437"/>
                    </a:cubicBezTo>
                    <a:lnTo>
                      <a:pt x="2992" y="437"/>
                    </a:lnTo>
                    <a:cubicBezTo>
                      <a:pt x="3113" y="437"/>
                      <a:pt x="3211" y="339"/>
                      <a:pt x="3213" y="219"/>
                    </a:cubicBezTo>
                    <a:cubicBezTo>
                      <a:pt x="3213" y="99"/>
                      <a:pt x="3113" y="0"/>
                      <a:pt x="2992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8"/>
                  <a:buFont typeface="Arial"/>
                  <a:buNone/>
                </a:pPr>
                <a:r>
                  <a:t/>
                </a:r>
                <a:endParaRPr b="0" i="0" sz="16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3" name="Google Shape;133;p13"/>
              <p:cNvGrpSpPr/>
              <p:nvPr/>
            </p:nvGrpSpPr>
            <p:grpSpPr>
              <a:xfrm>
                <a:off x="7478834" y="3774605"/>
                <a:ext cx="226288" cy="365886"/>
                <a:chOff x="7631234" y="3774605"/>
                <a:chExt cx="226288" cy="365886"/>
              </a:xfrm>
            </p:grpSpPr>
            <p:sp>
              <p:nvSpPr>
                <p:cNvPr id="134" name="Google Shape;134;p13"/>
                <p:cNvSpPr/>
                <p:nvPr/>
              </p:nvSpPr>
              <p:spPr>
                <a:xfrm>
                  <a:off x="7631234" y="3803295"/>
                  <a:ext cx="226288" cy="337196"/>
                </a:xfrm>
                <a:custGeom>
                  <a:rect b="b" l="l" r="r" t="t"/>
                  <a:pathLst>
                    <a:path extrusionOk="0" h="2715" w="1822">
                      <a:moveTo>
                        <a:pt x="251" y="0"/>
                      </a:moveTo>
                      <a:cubicBezTo>
                        <a:pt x="251" y="0"/>
                        <a:pt x="1" y="341"/>
                        <a:pt x="1" y="1120"/>
                      </a:cubicBezTo>
                      <a:cubicBezTo>
                        <a:pt x="1" y="2063"/>
                        <a:pt x="212" y="2714"/>
                        <a:pt x="212" y="2714"/>
                      </a:cubicBezTo>
                      <a:lnTo>
                        <a:pt x="1610" y="2714"/>
                      </a:lnTo>
                      <a:cubicBezTo>
                        <a:pt x="1610" y="2714"/>
                        <a:pt x="1821" y="2061"/>
                        <a:pt x="1821" y="1120"/>
                      </a:cubicBezTo>
                      <a:cubicBezTo>
                        <a:pt x="1821" y="341"/>
                        <a:pt x="1571" y="0"/>
                        <a:pt x="1571" y="0"/>
                      </a:cubicBezTo>
                      <a:close/>
                    </a:path>
                  </a:pathLst>
                </a:custGeom>
                <a:solidFill>
                  <a:srgbClr val="FF9A00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" name="Google Shape;135;p13"/>
                <p:cNvSpPr/>
                <p:nvPr/>
              </p:nvSpPr>
              <p:spPr>
                <a:xfrm>
                  <a:off x="7662284" y="3783050"/>
                  <a:ext cx="82219" cy="20368"/>
                </a:xfrm>
                <a:custGeom>
                  <a:rect b="b" l="l" r="r" t="t"/>
                  <a:pathLst>
                    <a:path extrusionOk="0" h="164" w="662">
                      <a:moveTo>
                        <a:pt x="1" y="0"/>
                      </a:moveTo>
                      <a:lnTo>
                        <a:pt x="1" y="163"/>
                      </a:lnTo>
                      <a:lnTo>
                        <a:pt x="661" y="163"/>
                      </a:lnTo>
                      <a:lnTo>
                        <a:pt x="661" y="0"/>
                      </a:lnTo>
                      <a:close/>
                    </a:path>
                  </a:pathLst>
                </a:custGeom>
                <a:solidFill>
                  <a:srgbClr val="4E63D9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Google Shape;136;p13"/>
                <p:cNvSpPr/>
                <p:nvPr/>
              </p:nvSpPr>
              <p:spPr>
                <a:xfrm>
                  <a:off x="7744380" y="3783050"/>
                  <a:ext cx="82095" cy="20368"/>
                </a:xfrm>
                <a:custGeom>
                  <a:rect b="b" l="l" r="r" t="t"/>
                  <a:pathLst>
                    <a:path extrusionOk="0" h="164" w="661">
                      <a:moveTo>
                        <a:pt x="0" y="0"/>
                      </a:moveTo>
                      <a:lnTo>
                        <a:pt x="0" y="163"/>
                      </a:lnTo>
                      <a:lnTo>
                        <a:pt x="660" y="163"/>
                      </a:lnTo>
                      <a:lnTo>
                        <a:pt x="660" y="0"/>
                      </a:lnTo>
                      <a:close/>
                    </a:path>
                  </a:pathLst>
                </a:custGeom>
                <a:solidFill>
                  <a:srgbClr val="4E63D9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13"/>
                <p:cNvSpPr/>
                <p:nvPr/>
              </p:nvSpPr>
              <p:spPr>
                <a:xfrm>
                  <a:off x="7718049" y="3774605"/>
                  <a:ext cx="52287" cy="37508"/>
                </a:xfrm>
                <a:custGeom>
                  <a:rect b="b" l="l" r="r" t="t"/>
                  <a:pathLst>
                    <a:path extrusionOk="0" h="302" w="421">
                      <a:moveTo>
                        <a:pt x="212" y="1"/>
                      </a:moveTo>
                      <a:cubicBezTo>
                        <a:pt x="97" y="1"/>
                        <a:pt x="1" y="66"/>
                        <a:pt x="1" y="150"/>
                      </a:cubicBezTo>
                      <a:cubicBezTo>
                        <a:pt x="1" y="234"/>
                        <a:pt x="94" y="301"/>
                        <a:pt x="212" y="301"/>
                      </a:cubicBezTo>
                      <a:cubicBezTo>
                        <a:pt x="325" y="301"/>
                        <a:pt x="421" y="234"/>
                        <a:pt x="421" y="150"/>
                      </a:cubicBezTo>
                      <a:cubicBezTo>
                        <a:pt x="421" y="66"/>
                        <a:pt x="330" y="1"/>
                        <a:pt x="212" y="1"/>
                      </a:cubicBezTo>
                      <a:close/>
                    </a:path>
                  </a:pathLst>
                </a:custGeom>
                <a:solidFill>
                  <a:srgbClr val="2F3352"/>
                </a:solidFill>
                <a:ln>
                  <a:noFill/>
                </a:ln>
              </p:spPr>
              <p:txBody>
                <a:bodyPr anchorCtr="0" anchor="ctr" bIns="105650" lIns="105650" spcFirstLastPara="1" rIns="105650" wrap="square" tIns="1056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8"/>
                    <a:buFont typeface="Arial"/>
                    <a:buNone/>
                  </a:pPr>
                  <a:r>
                    <a:t/>
                  </a:r>
                  <a:endParaRPr b="0" i="0" sz="161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8" name="Google Shape;138;p13"/>
              <p:cNvSpPr txBox="1"/>
              <p:nvPr/>
            </p:nvSpPr>
            <p:spPr>
              <a:xfrm>
                <a:off x="7871338" y="2040750"/>
                <a:ext cx="535200" cy="9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3"/>
                  <a:buFont typeface="Arial"/>
                  <a:buNone/>
                </a:pPr>
                <a:r>
                  <a:rPr b="0" i="0" lang="pt-BR" sz="693" u="none" cap="none" strike="noStrike">
                    <a:solidFill>
                      <a:srgbClr val="FFFFFF"/>
                    </a:solidFill>
                    <a:latin typeface="Crete Round"/>
                    <a:ea typeface="Crete Round"/>
                    <a:cs typeface="Crete Round"/>
                    <a:sym typeface="Crete Round"/>
                  </a:rPr>
                  <a:t>BUY NOW</a:t>
                </a:r>
                <a:endParaRPr b="0" i="0" sz="693" u="none" cap="none" strike="noStrike">
                  <a:solidFill>
                    <a:srgbClr val="FFFFFF"/>
                  </a:solidFill>
                  <a:latin typeface="Crete Round"/>
                  <a:ea typeface="Crete Round"/>
                  <a:cs typeface="Crete Round"/>
                  <a:sym typeface="Crete Round"/>
                </a:endParaRPr>
              </a:p>
            </p:txBody>
          </p:sp>
          <p:sp>
            <p:nvSpPr>
              <p:cNvPr id="139" name="Google Shape;139;p13"/>
              <p:cNvSpPr txBox="1"/>
              <p:nvPr/>
            </p:nvSpPr>
            <p:spPr>
              <a:xfrm>
                <a:off x="7871325" y="2720675"/>
                <a:ext cx="535200" cy="9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3"/>
                  <a:buFont typeface="Arial"/>
                  <a:buNone/>
                </a:pPr>
                <a:r>
                  <a:rPr b="0" i="0" lang="pt-BR" sz="693" u="none" cap="none" strike="noStrike">
                    <a:solidFill>
                      <a:srgbClr val="FFFFFF"/>
                    </a:solidFill>
                    <a:latin typeface="Crete Round"/>
                    <a:ea typeface="Crete Round"/>
                    <a:cs typeface="Crete Round"/>
                    <a:sym typeface="Crete Round"/>
                  </a:rPr>
                  <a:t>BUY NOW</a:t>
                </a:r>
                <a:endParaRPr b="0" i="0" sz="693" u="none" cap="none" strike="noStrike">
                  <a:solidFill>
                    <a:srgbClr val="FFFFFF"/>
                  </a:solidFill>
                  <a:latin typeface="Crete Round"/>
                  <a:ea typeface="Crete Round"/>
                  <a:cs typeface="Crete Round"/>
                  <a:sym typeface="Crete Round"/>
                </a:endParaRPr>
              </a:p>
            </p:txBody>
          </p:sp>
          <p:sp>
            <p:nvSpPr>
              <p:cNvPr id="140" name="Google Shape;140;p13"/>
              <p:cNvSpPr txBox="1"/>
              <p:nvPr/>
            </p:nvSpPr>
            <p:spPr>
              <a:xfrm>
                <a:off x="7871325" y="3933400"/>
                <a:ext cx="535200" cy="9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3"/>
                  <a:buFont typeface="Arial"/>
                  <a:buNone/>
                </a:pPr>
                <a:r>
                  <a:rPr b="0" i="0" lang="pt-BR" sz="693" u="none" cap="none" strike="noStrike">
                    <a:solidFill>
                      <a:srgbClr val="FFFFFF"/>
                    </a:solidFill>
                    <a:latin typeface="Crete Round"/>
                    <a:ea typeface="Crete Round"/>
                    <a:cs typeface="Crete Round"/>
                    <a:sym typeface="Crete Round"/>
                  </a:rPr>
                  <a:t>BUY NOW</a:t>
                </a:r>
                <a:endParaRPr b="0" i="0" sz="693" u="none" cap="none" strike="noStrike">
                  <a:solidFill>
                    <a:srgbClr val="FFFFFF"/>
                  </a:solidFill>
                  <a:latin typeface="Crete Round"/>
                  <a:ea typeface="Crete Round"/>
                  <a:cs typeface="Crete Round"/>
                  <a:sym typeface="Crete Round"/>
                </a:endParaRPr>
              </a:p>
            </p:txBody>
          </p:sp>
          <p:sp>
            <p:nvSpPr>
              <p:cNvPr id="141" name="Google Shape;141;p13"/>
              <p:cNvSpPr txBox="1"/>
              <p:nvPr/>
            </p:nvSpPr>
            <p:spPr>
              <a:xfrm>
                <a:off x="7874200" y="3399350"/>
                <a:ext cx="535200" cy="9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5650" lIns="105650" spcFirstLastPara="1" rIns="105650" wrap="square" tIns="105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93"/>
                  <a:buFont typeface="Arial"/>
                  <a:buNone/>
                </a:pPr>
                <a:r>
                  <a:rPr b="0" i="0" lang="pt-BR" sz="693" u="none" cap="none" strike="noStrike">
                    <a:solidFill>
                      <a:srgbClr val="FFFFFF"/>
                    </a:solidFill>
                    <a:latin typeface="Crete Round"/>
                    <a:ea typeface="Crete Round"/>
                    <a:cs typeface="Crete Round"/>
                    <a:sym typeface="Crete Round"/>
                  </a:rPr>
                  <a:t>BUY NOW</a:t>
                </a:r>
                <a:endParaRPr b="0" i="0" sz="693" u="none" cap="none" strike="noStrike">
                  <a:solidFill>
                    <a:srgbClr val="FFFFFF"/>
                  </a:solidFill>
                  <a:latin typeface="Crete Round"/>
                  <a:ea typeface="Crete Round"/>
                  <a:cs typeface="Crete Round"/>
                  <a:sym typeface="Crete Round"/>
                </a:endParaRPr>
              </a:p>
            </p:txBody>
          </p:sp>
        </p:grpSp>
      </p:grpSp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1449" y="3831850"/>
            <a:ext cx="778450" cy="4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4446650" y="109400"/>
            <a:ext cx="3856800" cy="11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b="1" sz="230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313650" y="586525"/>
            <a:ext cx="4790400" cy="5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Conjunto de dados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V</a:t>
            </a:r>
            <a:r>
              <a:rPr lang="pt-BR" sz="1200">
                <a:solidFill>
                  <a:srgbClr val="0B5394"/>
                </a:solidFill>
              </a:rPr>
              <a:t>endas e avaliações da Amazon com </a:t>
            </a:r>
            <a:r>
              <a:rPr lang="pt-BR" sz="1200">
                <a:solidFill>
                  <a:srgbClr val="0B5394"/>
                </a:solidFill>
              </a:rPr>
              <a:t>classificações e análises de produtos disponíveis.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Objetivo 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Analisar o comportamento do consumidor e as características dos produtos, utilizando ferramentas de IA como Google Colab e Gemini para processamento e visualização de dados.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Análise Exploratória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Investigação das características dos clientes usando Python no Google Colab para identificar padrões.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Medidas de Dispersão e correlação 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Validação de Hipóteses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14" title="JJ0_A2N49Vk9d3m5Lr15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0004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type="title"/>
          </p:nvPr>
        </p:nvSpPr>
        <p:spPr>
          <a:xfrm>
            <a:off x="4446950" y="431525"/>
            <a:ext cx="4790400" cy="22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B5394"/>
                </a:solidFill>
              </a:rPr>
              <a:t>         </a:t>
            </a:r>
            <a:r>
              <a:rPr b="1" lang="pt-BR" sz="2300">
                <a:solidFill>
                  <a:srgbClr val="073763"/>
                </a:solidFill>
              </a:rPr>
              <a:t> </a:t>
            </a:r>
            <a:r>
              <a:rPr b="1" lang="pt-BR" sz="2300">
                <a:solidFill>
                  <a:srgbClr val="073763"/>
                </a:solidFill>
              </a:rPr>
              <a:t>                                                          Análise Exploratória dos Dados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109875" y="621925"/>
            <a:ext cx="4790400" cy="5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O conjunto de dados contém mais de 1.000 classificações e análises de produtos disponíveis para venda. 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Após a limpeza e união dos datasets, realizamos uma análise exploratória para entender as características dos dados.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Distribuição de Preços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A maioria dos produtos é de baixo custo, mas a média é distorcida por itens caros, indicando uma distribuição assimétrica à direita.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</a:rPr>
              <a:t>Avaliações Consistentes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B5394"/>
                </a:solidFill>
              </a:rPr>
              <a:t>A maioria dos produtos está na faixa de 4 a 4.5 estrelas, com a nota mais comum sendo 4.1, mostrando alta consistência na qualidade percebida.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15" title="FjwO1zbSkNEdSQnXmCYS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931825" cy="505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4446950" y="1032325"/>
            <a:ext cx="4790400" cy="165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B5394"/>
                </a:solidFill>
              </a:rPr>
              <a:t>         </a:t>
            </a:r>
            <a:r>
              <a:rPr b="1" lang="pt-BR" sz="2300">
                <a:solidFill>
                  <a:srgbClr val="073763"/>
                </a:solidFill>
              </a:rPr>
              <a:t>                                                           </a:t>
            </a:r>
            <a:r>
              <a:rPr b="1" lang="pt-BR" sz="2300">
                <a:solidFill>
                  <a:srgbClr val="073763"/>
                </a:solidFill>
              </a:rPr>
              <a:t>Análise de Categorias Principais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4165675" y="702775"/>
            <a:ext cx="4790400" cy="6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B5394"/>
                </a:solidFill>
              </a:rPr>
              <a:t>A segmentação por categoria revelou insights importantes, especialmente nas 10 categorias mais frequentes do dataset.</a:t>
            </a:r>
            <a:endParaRPr sz="1300">
              <a:solidFill>
                <a:srgbClr val="0B539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Char char="●"/>
            </a:pPr>
            <a:r>
              <a:rPr b="1" lang="pt-BR" sz="1300">
                <a:solidFill>
                  <a:srgbClr val="0B5394"/>
                </a:solidFill>
              </a:rPr>
              <a:t>Liderança em Cabos:</a:t>
            </a:r>
            <a:r>
              <a:rPr lang="pt-BR" sz="1300">
                <a:solidFill>
                  <a:srgbClr val="0B5394"/>
                </a:solidFill>
              </a:rPr>
              <a:t>  é a mais representada, indicando uma concentração significativa de dados.</a:t>
            </a:r>
            <a:endParaRPr sz="13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Char char="●"/>
            </a:pPr>
            <a:r>
              <a:rPr lang="pt-BR" sz="1300">
                <a:solidFill>
                  <a:srgbClr val="0B5394"/>
                </a:solidFill>
              </a:rPr>
              <a:t>Electronics (489 produtos) e Home&amp;Kitchen (447 produtos) são as categorias com maior volume. Officeproducts possui a melhor média de classificação (4.31).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Char char="●"/>
            </a:pPr>
            <a:r>
              <a:rPr b="1" lang="pt-BR" sz="1300">
                <a:solidFill>
                  <a:srgbClr val="0B5394"/>
                </a:solidFill>
              </a:rPr>
              <a:t>Distribuição Desigual:</a:t>
            </a:r>
            <a:r>
              <a:rPr lang="pt-BR" sz="1300">
                <a:solidFill>
                  <a:srgbClr val="0B5394"/>
                </a:solidFill>
              </a:rPr>
              <a:t> Há uma queda acentuada na contagem de produtos entre as categorias, com algumas tendo representação muito maior que outras.</a:t>
            </a:r>
            <a:endParaRPr sz="13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50" y="272250"/>
            <a:ext cx="3860875" cy="191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36490"/>
            <a:ext cx="3801942" cy="26546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6"/>
          <p:cNvGrpSpPr/>
          <p:nvPr/>
        </p:nvGrpSpPr>
        <p:grpSpPr>
          <a:xfrm>
            <a:off x="8102251" y="4253400"/>
            <a:ext cx="853835" cy="830619"/>
            <a:chOff x="1883352" y="3189050"/>
            <a:chExt cx="2279933" cy="2217940"/>
          </a:xfrm>
        </p:grpSpPr>
        <p:sp>
          <p:nvSpPr>
            <p:cNvPr id="166" name="Google Shape;166;p16"/>
            <p:cNvSpPr/>
            <p:nvPr/>
          </p:nvSpPr>
          <p:spPr>
            <a:xfrm>
              <a:off x="3142634" y="3796245"/>
              <a:ext cx="121279" cy="140390"/>
            </a:xfrm>
            <a:custGeom>
              <a:rect b="b" l="l" r="r" t="t"/>
              <a:pathLst>
                <a:path extrusionOk="0" h="2314" w="1999">
                  <a:moveTo>
                    <a:pt x="285" y="1"/>
                  </a:moveTo>
                  <a:cubicBezTo>
                    <a:pt x="273" y="1"/>
                    <a:pt x="265" y="3"/>
                    <a:pt x="260" y="7"/>
                  </a:cubicBezTo>
                  <a:cubicBezTo>
                    <a:pt x="0" y="173"/>
                    <a:pt x="224" y="963"/>
                    <a:pt x="882" y="1858"/>
                  </a:cubicBezTo>
                  <a:cubicBezTo>
                    <a:pt x="1139" y="2207"/>
                    <a:pt x="1365" y="2314"/>
                    <a:pt x="1546" y="2314"/>
                  </a:cubicBezTo>
                  <a:cubicBezTo>
                    <a:pt x="1828" y="2314"/>
                    <a:pt x="1998" y="2055"/>
                    <a:pt x="1998" y="2055"/>
                  </a:cubicBezTo>
                  <a:cubicBezTo>
                    <a:pt x="1998" y="2055"/>
                    <a:pt x="915" y="636"/>
                    <a:pt x="810" y="466"/>
                  </a:cubicBezTo>
                  <a:cubicBezTo>
                    <a:pt x="594" y="109"/>
                    <a:pt x="366" y="1"/>
                    <a:pt x="285" y="1"/>
                  </a:cubicBezTo>
                  <a:close/>
                </a:path>
              </a:pathLst>
            </a:custGeom>
            <a:solidFill>
              <a:srgbClr val="EA9A9E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" name="Google Shape;167;p16"/>
            <p:cNvGrpSpPr/>
            <p:nvPr/>
          </p:nvGrpSpPr>
          <p:grpSpPr>
            <a:xfrm>
              <a:off x="1883352" y="3189050"/>
              <a:ext cx="2024401" cy="2005768"/>
              <a:chOff x="1883352" y="3189050"/>
              <a:chExt cx="2024401" cy="2005768"/>
            </a:xfrm>
          </p:grpSpPr>
          <p:sp>
            <p:nvSpPr>
              <p:cNvPr id="168" name="Google Shape;168;p16"/>
              <p:cNvSpPr/>
              <p:nvPr/>
            </p:nvSpPr>
            <p:spPr>
              <a:xfrm>
                <a:off x="1907923" y="3189171"/>
                <a:ext cx="1305558" cy="1305558"/>
              </a:xfrm>
              <a:custGeom>
                <a:rect b="b" l="l" r="r" t="t"/>
                <a:pathLst>
                  <a:path extrusionOk="0" h="21519" w="21519">
                    <a:moveTo>
                      <a:pt x="10760" y="1"/>
                    </a:moveTo>
                    <a:cubicBezTo>
                      <a:pt x="7907" y="1"/>
                      <a:pt x="5169" y="1135"/>
                      <a:pt x="3152" y="3152"/>
                    </a:cubicBezTo>
                    <a:cubicBezTo>
                      <a:pt x="1134" y="5169"/>
                      <a:pt x="1" y="7904"/>
                      <a:pt x="1" y="10760"/>
                    </a:cubicBezTo>
                    <a:cubicBezTo>
                      <a:pt x="1" y="13613"/>
                      <a:pt x="1134" y="16348"/>
                      <a:pt x="3152" y="18365"/>
                    </a:cubicBezTo>
                    <a:cubicBezTo>
                      <a:pt x="5169" y="20385"/>
                      <a:pt x="7907" y="21518"/>
                      <a:pt x="10760" y="21518"/>
                    </a:cubicBezTo>
                    <a:cubicBezTo>
                      <a:pt x="13613" y="21518"/>
                      <a:pt x="16348" y="20385"/>
                      <a:pt x="18368" y="18365"/>
                    </a:cubicBezTo>
                    <a:cubicBezTo>
                      <a:pt x="20385" y="16348"/>
                      <a:pt x="21518" y="13613"/>
                      <a:pt x="21518" y="10760"/>
                    </a:cubicBezTo>
                    <a:cubicBezTo>
                      <a:pt x="21518" y="7904"/>
                      <a:pt x="20385" y="5169"/>
                      <a:pt x="18368" y="3152"/>
                    </a:cubicBezTo>
                    <a:cubicBezTo>
                      <a:pt x="16348" y="1135"/>
                      <a:pt x="13613" y="1"/>
                      <a:pt x="10760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6"/>
              <p:cNvSpPr/>
              <p:nvPr/>
            </p:nvSpPr>
            <p:spPr>
              <a:xfrm>
                <a:off x="2234150" y="4215240"/>
                <a:ext cx="1027386" cy="979578"/>
              </a:xfrm>
              <a:custGeom>
                <a:rect b="b" l="l" r="r" t="t"/>
                <a:pathLst>
                  <a:path extrusionOk="0" h="16146" w="16934">
                    <a:moveTo>
                      <a:pt x="8862" y="1"/>
                    </a:moveTo>
                    <a:cubicBezTo>
                      <a:pt x="6797" y="1"/>
                      <a:pt x="4731" y="789"/>
                      <a:pt x="3154" y="2366"/>
                    </a:cubicBezTo>
                    <a:cubicBezTo>
                      <a:pt x="1" y="5517"/>
                      <a:pt x="1" y="10629"/>
                      <a:pt x="3154" y="13780"/>
                    </a:cubicBezTo>
                    <a:cubicBezTo>
                      <a:pt x="4667" y="15296"/>
                      <a:pt x="6720" y="16146"/>
                      <a:pt x="8862" y="16146"/>
                    </a:cubicBezTo>
                    <a:cubicBezTo>
                      <a:pt x="11002" y="16146"/>
                      <a:pt x="13055" y="15296"/>
                      <a:pt x="14571" y="13780"/>
                    </a:cubicBezTo>
                    <a:cubicBezTo>
                      <a:pt x="16084" y="12267"/>
                      <a:pt x="16934" y="10214"/>
                      <a:pt x="16934" y="8074"/>
                    </a:cubicBezTo>
                    <a:cubicBezTo>
                      <a:pt x="16934" y="5932"/>
                      <a:pt x="16084" y="3879"/>
                      <a:pt x="14571" y="2366"/>
                    </a:cubicBezTo>
                    <a:cubicBezTo>
                      <a:pt x="12994" y="789"/>
                      <a:pt x="10928" y="1"/>
                      <a:pt x="8862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6"/>
              <p:cNvSpPr/>
              <p:nvPr/>
            </p:nvSpPr>
            <p:spPr>
              <a:xfrm>
                <a:off x="3249718" y="3189050"/>
                <a:ext cx="166903" cy="166903"/>
              </a:xfrm>
              <a:custGeom>
                <a:rect b="b" l="l" r="r" t="t"/>
                <a:pathLst>
                  <a:path extrusionOk="0" h="2751" w="2751">
                    <a:moveTo>
                      <a:pt x="1374" y="1"/>
                    </a:moveTo>
                    <a:cubicBezTo>
                      <a:pt x="615" y="1"/>
                      <a:pt x="0" y="615"/>
                      <a:pt x="0" y="1374"/>
                    </a:cubicBezTo>
                    <a:cubicBezTo>
                      <a:pt x="0" y="2133"/>
                      <a:pt x="615" y="2750"/>
                      <a:pt x="1374" y="2750"/>
                    </a:cubicBezTo>
                    <a:cubicBezTo>
                      <a:pt x="2133" y="2750"/>
                      <a:pt x="2750" y="2133"/>
                      <a:pt x="2750" y="1374"/>
                    </a:cubicBezTo>
                    <a:cubicBezTo>
                      <a:pt x="2750" y="615"/>
                      <a:pt x="2133" y="1"/>
                      <a:pt x="1374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3824210" y="3699172"/>
                <a:ext cx="83543" cy="83361"/>
              </a:xfrm>
              <a:custGeom>
                <a:rect b="b" l="l" r="r" t="t"/>
                <a:pathLst>
                  <a:path extrusionOk="0" h="1374" w="1377">
                    <a:moveTo>
                      <a:pt x="690" y="0"/>
                    </a:moveTo>
                    <a:cubicBezTo>
                      <a:pt x="308" y="0"/>
                      <a:pt x="0" y="305"/>
                      <a:pt x="0" y="687"/>
                    </a:cubicBezTo>
                    <a:cubicBezTo>
                      <a:pt x="0" y="1069"/>
                      <a:pt x="310" y="1374"/>
                      <a:pt x="690" y="1374"/>
                    </a:cubicBezTo>
                    <a:cubicBezTo>
                      <a:pt x="1069" y="1374"/>
                      <a:pt x="1376" y="1067"/>
                      <a:pt x="1376" y="687"/>
                    </a:cubicBezTo>
                    <a:cubicBezTo>
                      <a:pt x="1376" y="310"/>
                      <a:pt x="1067" y="0"/>
                      <a:pt x="690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3782529" y="4604080"/>
                <a:ext cx="83543" cy="83603"/>
              </a:xfrm>
              <a:custGeom>
                <a:rect b="b" l="l" r="r" t="t"/>
                <a:pathLst>
                  <a:path extrusionOk="0" h="1378" w="1377">
                    <a:moveTo>
                      <a:pt x="687" y="1"/>
                    </a:moveTo>
                    <a:cubicBezTo>
                      <a:pt x="306" y="1"/>
                      <a:pt x="1" y="308"/>
                      <a:pt x="1" y="688"/>
                    </a:cubicBezTo>
                    <a:cubicBezTo>
                      <a:pt x="1" y="1070"/>
                      <a:pt x="306" y="1377"/>
                      <a:pt x="687" y="1377"/>
                    </a:cubicBezTo>
                    <a:cubicBezTo>
                      <a:pt x="1069" y="1377"/>
                      <a:pt x="1377" y="1067"/>
                      <a:pt x="1377" y="688"/>
                    </a:cubicBezTo>
                    <a:cubicBezTo>
                      <a:pt x="1377" y="311"/>
                      <a:pt x="1069" y="1"/>
                      <a:pt x="687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>
                <a:off x="1883352" y="4550811"/>
                <a:ext cx="116911" cy="116911"/>
              </a:xfrm>
              <a:custGeom>
                <a:rect b="b" l="l" r="r" t="t"/>
                <a:pathLst>
                  <a:path extrusionOk="0" h="1927" w="1927">
                    <a:moveTo>
                      <a:pt x="963" y="0"/>
                    </a:moveTo>
                    <a:cubicBezTo>
                      <a:pt x="432" y="0"/>
                      <a:pt x="0" y="430"/>
                      <a:pt x="0" y="963"/>
                    </a:cubicBezTo>
                    <a:cubicBezTo>
                      <a:pt x="0" y="1496"/>
                      <a:pt x="432" y="1926"/>
                      <a:pt x="963" y="1926"/>
                    </a:cubicBezTo>
                    <a:cubicBezTo>
                      <a:pt x="1496" y="1926"/>
                      <a:pt x="1926" y="1496"/>
                      <a:pt x="1926" y="963"/>
                    </a:cubicBezTo>
                    <a:cubicBezTo>
                      <a:pt x="1926" y="430"/>
                      <a:pt x="1496" y="0"/>
                      <a:pt x="963" y="0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3710391" y="4757093"/>
                <a:ext cx="51812" cy="51812"/>
              </a:xfrm>
              <a:custGeom>
                <a:rect b="b" l="l" r="r" t="t"/>
                <a:pathLst>
                  <a:path extrusionOk="0" h="854" w="854">
                    <a:moveTo>
                      <a:pt x="428" y="1"/>
                    </a:moveTo>
                    <a:cubicBezTo>
                      <a:pt x="191" y="1"/>
                      <a:pt x="1" y="190"/>
                      <a:pt x="1" y="426"/>
                    </a:cubicBezTo>
                    <a:cubicBezTo>
                      <a:pt x="1" y="663"/>
                      <a:pt x="191" y="853"/>
                      <a:pt x="428" y="853"/>
                    </a:cubicBezTo>
                    <a:cubicBezTo>
                      <a:pt x="664" y="853"/>
                      <a:pt x="853" y="663"/>
                      <a:pt x="853" y="426"/>
                    </a:cubicBezTo>
                    <a:cubicBezTo>
                      <a:pt x="853" y="190"/>
                      <a:pt x="664" y="1"/>
                      <a:pt x="428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6"/>
              <p:cNvSpPr/>
              <p:nvPr/>
            </p:nvSpPr>
            <p:spPr>
              <a:xfrm>
                <a:off x="2943149" y="3690678"/>
                <a:ext cx="964592" cy="964592"/>
              </a:xfrm>
              <a:custGeom>
                <a:rect b="b" l="l" r="r" t="t"/>
                <a:pathLst>
                  <a:path extrusionOk="0" h="15899" w="15899">
                    <a:moveTo>
                      <a:pt x="7950" y="1"/>
                    </a:moveTo>
                    <a:cubicBezTo>
                      <a:pt x="3560" y="1"/>
                      <a:pt x="1" y="3560"/>
                      <a:pt x="1" y="7950"/>
                    </a:cubicBezTo>
                    <a:cubicBezTo>
                      <a:pt x="1" y="12340"/>
                      <a:pt x="3560" y="15899"/>
                      <a:pt x="7950" y="15899"/>
                    </a:cubicBezTo>
                    <a:cubicBezTo>
                      <a:pt x="12339" y="15899"/>
                      <a:pt x="15898" y="12340"/>
                      <a:pt x="15898" y="7950"/>
                    </a:cubicBezTo>
                    <a:cubicBezTo>
                      <a:pt x="15898" y="3560"/>
                      <a:pt x="12339" y="1"/>
                      <a:pt x="7950" y="1"/>
                    </a:cubicBezTo>
                    <a:close/>
                  </a:path>
                </a:pathLst>
              </a:custGeom>
              <a:solidFill>
                <a:srgbClr val="76B8F4">
                  <a:alpha val="20390"/>
                </a:srgbClr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6"/>
            <p:cNvGrpSpPr/>
            <p:nvPr/>
          </p:nvGrpSpPr>
          <p:grpSpPr>
            <a:xfrm>
              <a:off x="2025260" y="3552590"/>
              <a:ext cx="1838073" cy="1230460"/>
              <a:chOff x="2025260" y="3552590"/>
              <a:chExt cx="1838073" cy="1230460"/>
            </a:xfrm>
          </p:grpSpPr>
          <p:sp>
            <p:nvSpPr>
              <p:cNvPr id="177" name="Google Shape;177;p16"/>
              <p:cNvSpPr/>
              <p:nvPr/>
            </p:nvSpPr>
            <p:spPr>
              <a:xfrm>
                <a:off x="3118123" y="3552590"/>
                <a:ext cx="745210" cy="768325"/>
              </a:xfrm>
              <a:custGeom>
                <a:rect b="b" l="l" r="r" t="t"/>
                <a:pathLst>
                  <a:path extrusionOk="0" h="12664" w="12283">
                    <a:moveTo>
                      <a:pt x="3022" y="2006"/>
                    </a:moveTo>
                    <a:cubicBezTo>
                      <a:pt x="3579" y="2006"/>
                      <a:pt x="3963" y="2426"/>
                      <a:pt x="3963" y="2966"/>
                    </a:cubicBezTo>
                    <a:cubicBezTo>
                      <a:pt x="3963" y="3468"/>
                      <a:pt x="3579" y="3922"/>
                      <a:pt x="3022" y="3927"/>
                    </a:cubicBezTo>
                    <a:cubicBezTo>
                      <a:pt x="2482" y="3927"/>
                      <a:pt x="2095" y="3507"/>
                      <a:pt x="2095" y="2966"/>
                    </a:cubicBezTo>
                    <a:cubicBezTo>
                      <a:pt x="2095" y="2421"/>
                      <a:pt x="2482" y="2006"/>
                      <a:pt x="3022" y="2006"/>
                    </a:cubicBezTo>
                    <a:close/>
                    <a:moveTo>
                      <a:pt x="3036" y="0"/>
                    </a:moveTo>
                    <a:cubicBezTo>
                      <a:pt x="1293" y="0"/>
                      <a:pt x="1" y="1326"/>
                      <a:pt x="1" y="2966"/>
                    </a:cubicBezTo>
                    <a:cubicBezTo>
                      <a:pt x="1" y="4604"/>
                      <a:pt x="1293" y="5930"/>
                      <a:pt x="3036" y="5932"/>
                    </a:cubicBezTo>
                    <a:cubicBezTo>
                      <a:pt x="4763" y="5932"/>
                      <a:pt x="6053" y="4604"/>
                      <a:pt x="6053" y="2966"/>
                    </a:cubicBezTo>
                    <a:cubicBezTo>
                      <a:pt x="6053" y="1273"/>
                      <a:pt x="4763" y="0"/>
                      <a:pt x="3036" y="0"/>
                    </a:cubicBezTo>
                    <a:close/>
                    <a:moveTo>
                      <a:pt x="9247" y="8737"/>
                    </a:moveTo>
                    <a:cubicBezTo>
                      <a:pt x="9806" y="8737"/>
                      <a:pt x="10190" y="9157"/>
                      <a:pt x="10190" y="9698"/>
                    </a:cubicBezTo>
                    <a:cubicBezTo>
                      <a:pt x="10190" y="10207"/>
                      <a:pt x="9806" y="10658"/>
                      <a:pt x="9247" y="10658"/>
                    </a:cubicBezTo>
                    <a:cubicBezTo>
                      <a:pt x="8706" y="10658"/>
                      <a:pt x="8322" y="10238"/>
                      <a:pt x="8322" y="9698"/>
                    </a:cubicBezTo>
                    <a:cubicBezTo>
                      <a:pt x="8322" y="9155"/>
                      <a:pt x="8706" y="8737"/>
                      <a:pt x="9247" y="8737"/>
                    </a:cubicBezTo>
                    <a:close/>
                    <a:moveTo>
                      <a:pt x="9333" y="1813"/>
                    </a:moveTo>
                    <a:lnTo>
                      <a:pt x="1449" y="10533"/>
                    </a:lnTo>
                    <a:lnTo>
                      <a:pt x="2602" y="11215"/>
                    </a:lnTo>
                    <a:lnTo>
                      <a:pt x="10486" y="2476"/>
                    </a:lnTo>
                    <a:lnTo>
                      <a:pt x="9333" y="1813"/>
                    </a:lnTo>
                    <a:close/>
                    <a:moveTo>
                      <a:pt x="9266" y="6732"/>
                    </a:moveTo>
                    <a:cubicBezTo>
                      <a:pt x="7520" y="6732"/>
                      <a:pt x="6230" y="8060"/>
                      <a:pt x="6230" y="9698"/>
                    </a:cubicBezTo>
                    <a:cubicBezTo>
                      <a:pt x="6230" y="11338"/>
                      <a:pt x="7520" y="12663"/>
                      <a:pt x="9266" y="12663"/>
                    </a:cubicBezTo>
                    <a:cubicBezTo>
                      <a:pt x="10990" y="12663"/>
                      <a:pt x="12282" y="11338"/>
                      <a:pt x="12282" y="9698"/>
                    </a:cubicBezTo>
                    <a:cubicBezTo>
                      <a:pt x="12282" y="8060"/>
                      <a:pt x="10990" y="6732"/>
                      <a:pt x="9266" y="6732"/>
                    </a:cubicBez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>
                <a:off x="2025260" y="4222217"/>
                <a:ext cx="543785" cy="560833"/>
              </a:xfrm>
              <a:custGeom>
                <a:rect b="b" l="l" r="r" t="t"/>
                <a:pathLst>
                  <a:path extrusionOk="0" h="9244" w="8963">
                    <a:moveTo>
                      <a:pt x="2200" y="1466"/>
                    </a:moveTo>
                    <a:cubicBezTo>
                      <a:pt x="2608" y="1466"/>
                      <a:pt x="2887" y="1771"/>
                      <a:pt x="2887" y="2164"/>
                    </a:cubicBezTo>
                    <a:cubicBezTo>
                      <a:pt x="2887" y="2532"/>
                      <a:pt x="2612" y="2863"/>
                      <a:pt x="2209" y="2863"/>
                    </a:cubicBezTo>
                    <a:cubicBezTo>
                      <a:pt x="2206" y="2863"/>
                      <a:pt x="2203" y="2863"/>
                      <a:pt x="2200" y="2863"/>
                    </a:cubicBezTo>
                    <a:cubicBezTo>
                      <a:pt x="1804" y="2863"/>
                      <a:pt x="1525" y="2558"/>
                      <a:pt x="1525" y="2164"/>
                    </a:cubicBezTo>
                    <a:cubicBezTo>
                      <a:pt x="1525" y="1771"/>
                      <a:pt x="1806" y="1466"/>
                      <a:pt x="2200" y="1466"/>
                    </a:cubicBezTo>
                    <a:close/>
                    <a:moveTo>
                      <a:pt x="2214" y="1"/>
                    </a:moveTo>
                    <a:cubicBezTo>
                      <a:pt x="942" y="1"/>
                      <a:pt x="0" y="966"/>
                      <a:pt x="0" y="2164"/>
                    </a:cubicBezTo>
                    <a:cubicBezTo>
                      <a:pt x="0" y="3363"/>
                      <a:pt x="942" y="4328"/>
                      <a:pt x="2214" y="4328"/>
                    </a:cubicBezTo>
                    <a:cubicBezTo>
                      <a:pt x="3475" y="4328"/>
                      <a:pt x="4419" y="3363"/>
                      <a:pt x="4419" y="2164"/>
                    </a:cubicBezTo>
                    <a:cubicBezTo>
                      <a:pt x="4419" y="930"/>
                      <a:pt x="3475" y="1"/>
                      <a:pt x="2214" y="1"/>
                    </a:cubicBezTo>
                    <a:close/>
                    <a:moveTo>
                      <a:pt x="6746" y="6379"/>
                    </a:moveTo>
                    <a:cubicBezTo>
                      <a:pt x="7154" y="6379"/>
                      <a:pt x="7433" y="6686"/>
                      <a:pt x="7433" y="7078"/>
                    </a:cubicBezTo>
                    <a:cubicBezTo>
                      <a:pt x="7433" y="7446"/>
                      <a:pt x="7156" y="7779"/>
                      <a:pt x="6750" y="7779"/>
                    </a:cubicBezTo>
                    <a:cubicBezTo>
                      <a:pt x="6749" y="7779"/>
                      <a:pt x="6747" y="7779"/>
                      <a:pt x="6746" y="7779"/>
                    </a:cubicBezTo>
                    <a:cubicBezTo>
                      <a:pt x="6350" y="7779"/>
                      <a:pt x="6069" y="7472"/>
                      <a:pt x="6069" y="7078"/>
                    </a:cubicBezTo>
                    <a:cubicBezTo>
                      <a:pt x="6069" y="6684"/>
                      <a:pt x="6352" y="6379"/>
                      <a:pt x="6746" y="6379"/>
                    </a:cubicBezTo>
                    <a:close/>
                    <a:moveTo>
                      <a:pt x="6811" y="1324"/>
                    </a:moveTo>
                    <a:lnTo>
                      <a:pt x="1057" y="7690"/>
                    </a:lnTo>
                    <a:lnTo>
                      <a:pt x="1897" y="8187"/>
                    </a:lnTo>
                    <a:lnTo>
                      <a:pt x="7651" y="1807"/>
                    </a:lnTo>
                    <a:lnTo>
                      <a:pt x="6811" y="1324"/>
                    </a:lnTo>
                    <a:close/>
                    <a:moveTo>
                      <a:pt x="6760" y="4914"/>
                    </a:moveTo>
                    <a:cubicBezTo>
                      <a:pt x="5488" y="4914"/>
                      <a:pt x="4544" y="5882"/>
                      <a:pt x="4544" y="7078"/>
                    </a:cubicBezTo>
                    <a:cubicBezTo>
                      <a:pt x="4544" y="8276"/>
                      <a:pt x="5488" y="9244"/>
                      <a:pt x="6760" y="9244"/>
                    </a:cubicBezTo>
                    <a:cubicBezTo>
                      <a:pt x="8021" y="9244"/>
                      <a:pt x="8963" y="8276"/>
                      <a:pt x="8963" y="7078"/>
                    </a:cubicBezTo>
                    <a:cubicBezTo>
                      <a:pt x="8963" y="5882"/>
                      <a:pt x="8021" y="4914"/>
                      <a:pt x="6760" y="4914"/>
                    </a:cubicBez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79;p16"/>
            <p:cNvSpPr/>
            <p:nvPr/>
          </p:nvSpPr>
          <p:spPr>
            <a:xfrm>
              <a:off x="2357130" y="3524924"/>
              <a:ext cx="437491" cy="473711"/>
            </a:xfrm>
            <a:custGeom>
              <a:rect b="b" l="l" r="r" t="t"/>
              <a:pathLst>
                <a:path extrusionOk="0" h="7808" w="7211">
                  <a:moveTo>
                    <a:pt x="1533" y="0"/>
                  </a:moveTo>
                  <a:cubicBezTo>
                    <a:pt x="1436" y="0"/>
                    <a:pt x="1338" y="10"/>
                    <a:pt x="1242" y="29"/>
                  </a:cubicBezTo>
                  <a:cubicBezTo>
                    <a:pt x="1077" y="62"/>
                    <a:pt x="916" y="123"/>
                    <a:pt x="764" y="209"/>
                  </a:cubicBezTo>
                  <a:cubicBezTo>
                    <a:pt x="688" y="257"/>
                    <a:pt x="611" y="312"/>
                    <a:pt x="539" y="372"/>
                  </a:cubicBezTo>
                  <a:cubicBezTo>
                    <a:pt x="186" y="675"/>
                    <a:pt x="1" y="1105"/>
                    <a:pt x="1" y="1539"/>
                  </a:cubicBezTo>
                  <a:cubicBezTo>
                    <a:pt x="1" y="1892"/>
                    <a:pt x="123" y="2248"/>
                    <a:pt x="371" y="2536"/>
                  </a:cubicBezTo>
                  <a:lnTo>
                    <a:pt x="767" y="2997"/>
                  </a:lnTo>
                  <a:lnTo>
                    <a:pt x="1245" y="3557"/>
                  </a:lnTo>
                  <a:lnTo>
                    <a:pt x="2008" y="4448"/>
                  </a:lnTo>
                  <a:lnTo>
                    <a:pt x="2241" y="4724"/>
                  </a:lnTo>
                  <a:lnTo>
                    <a:pt x="4873" y="7807"/>
                  </a:lnTo>
                  <a:lnTo>
                    <a:pt x="7210" y="5812"/>
                  </a:lnTo>
                  <a:lnTo>
                    <a:pt x="2705" y="540"/>
                  </a:lnTo>
                  <a:cubicBezTo>
                    <a:pt x="2568" y="384"/>
                    <a:pt x="2409" y="257"/>
                    <a:pt x="2239" y="171"/>
                  </a:cubicBezTo>
                  <a:cubicBezTo>
                    <a:pt x="2165" y="132"/>
                    <a:pt x="2085" y="101"/>
                    <a:pt x="2004" y="74"/>
                  </a:cubicBezTo>
                  <a:cubicBezTo>
                    <a:pt x="1852" y="25"/>
                    <a:pt x="1693" y="0"/>
                    <a:pt x="1533" y="0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2309624" y="3759175"/>
              <a:ext cx="437491" cy="473590"/>
            </a:xfrm>
            <a:custGeom>
              <a:rect b="b" l="l" r="r" t="t"/>
              <a:pathLst>
                <a:path extrusionOk="0" h="7806" w="7211">
                  <a:moveTo>
                    <a:pt x="1540" y="1"/>
                  </a:moveTo>
                  <a:cubicBezTo>
                    <a:pt x="1187" y="1"/>
                    <a:pt x="831" y="123"/>
                    <a:pt x="539" y="370"/>
                  </a:cubicBezTo>
                  <a:cubicBezTo>
                    <a:pt x="186" y="673"/>
                    <a:pt x="1" y="1103"/>
                    <a:pt x="1" y="1538"/>
                  </a:cubicBezTo>
                  <a:cubicBezTo>
                    <a:pt x="1" y="1891"/>
                    <a:pt x="126" y="2246"/>
                    <a:pt x="371" y="2534"/>
                  </a:cubicBezTo>
                  <a:lnTo>
                    <a:pt x="1550" y="3915"/>
                  </a:lnTo>
                  <a:lnTo>
                    <a:pt x="2594" y="5140"/>
                  </a:lnTo>
                  <a:lnTo>
                    <a:pt x="2599" y="5145"/>
                  </a:lnTo>
                  <a:lnTo>
                    <a:pt x="3024" y="5642"/>
                  </a:lnTo>
                  <a:lnTo>
                    <a:pt x="4874" y="7806"/>
                  </a:lnTo>
                  <a:lnTo>
                    <a:pt x="4881" y="7801"/>
                  </a:lnTo>
                  <a:lnTo>
                    <a:pt x="7210" y="5810"/>
                  </a:lnTo>
                  <a:lnTo>
                    <a:pt x="3024" y="911"/>
                  </a:lnTo>
                  <a:lnTo>
                    <a:pt x="2707" y="539"/>
                  </a:lnTo>
                  <a:cubicBezTo>
                    <a:pt x="2402" y="188"/>
                    <a:pt x="1980" y="3"/>
                    <a:pt x="1550" y="1"/>
                  </a:cubicBezTo>
                  <a:cubicBezTo>
                    <a:pt x="1546" y="1"/>
                    <a:pt x="1543" y="1"/>
                    <a:pt x="1540" y="1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2309503" y="4045179"/>
              <a:ext cx="437127" cy="473469"/>
            </a:xfrm>
            <a:custGeom>
              <a:rect b="b" l="l" r="r" t="t"/>
              <a:pathLst>
                <a:path extrusionOk="0" h="7804" w="7205">
                  <a:moveTo>
                    <a:pt x="1541" y="1"/>
                  </a:moveTo>
                  <a:cubicBezTo>
                    <a:pt x="1187" y="1"/>
                    <a:pt x="829" y="121"/>
                    <a:pt x="538" y="371"/>
                  </a:cubicBezTo>
                  <a:cubicBezTo>
                    <a:pt x="183" y="673"/>
                    <a:pt x="0" y="1105"/>
                    <a:pt x="0" y="1538"/>
                  </a:cubicBezTo>
                  <a:cubicBezTo>
                    <a:pt x="0" y="1891"/>
                    <a:pt x="121" y="2246"/>
                    <a:pt x="365" y="2534"/>
                  </a:cubicBezTo>
                  <a:lnTo>
                    <a:pt x="1552" y="3920"/>
                  </a:lnTo>
                  <a:lnTo>
                    <a:pt x="2030" y="4480"/>
                  </a:lnTo>
                  <a:lnTo>
                    <a:pt x="2791" y="5371"/>
                  </a:lnTo>
                  <a:lnTo>
                    <a:pt x="3026" y="5644"/>
                  </a:lnTo>
                  <a:lnTo>
                    <a:pt x="4871" y="7803"/>
                  </a:lnTo>
                  <a:lnTo>
                    <a:pt x="7205" y="5805"/>
                  </a:lnTo>
                  <a:lnTo>
                    <a:pt x="4883" y="3089"/>
                  </a:lnTo>
                  <a:lnTo>
                    <a:pt x="3026" y="918"/>
                  </a:lnTo>
                  <a:lnTo>
                    <a:pt x="2793" y="647"/>
                  </a:lnTo>
                  <a:lnTo>
                    <a:pt x="2702" y="541"/>
                  </a:lnTo>
                  <a:cubicBezTo>
                    <a:pt x="2669" y="503"/>
                    <a:pt x="2635" y="467"/>
                    <a:pt x="2601" y="433"/>
                  </a:cubicBezTo>
                  <a:lnTo>
                    <a:pt x="2596" y="431"/>
                  </a:lnTo>
                  <a:cubicBezTo>
                    <a:pt x="2433" y="267"/>
                    <a:pt x="2236" y="155"/>
                    <a:pt x="2030" y="82"/>
                  </a:cubicBezTo>
                  <a:cubicBezTo>
                    <a:pt x="1876" y="30"/>
                    <a:pt x="1715" y="3"/>
                    <a:pt x="1552" y="1"/>
                  </a:cubicBezTo>
                  <a:cubicBezTo>
                    <a:pt x="1548" y="1"/>
                    <a:pt x="1545" y="1"/>
                    <a:pt x="1541" y="1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403603" y="3524924"/>
              <a:ext cx="89549" cy="286605"/>
            </a:xfrm>
            <a:custGeom>
              <a:rect b="b" l="l" r="r" t="t"/>
              <a:pathLst>
                <a:path extrusionOk="0" h="4724" w="1476">
                  <a:moveTo>
                    <a:pt x="770" y="0"/>
                  </a:moveTo>
                  <a:cubicBezTo>
                    <a:pt x="672" y="0"/>
                    <a:pt x="575" y="10"/>
                    <a:pt x="479" y="29"/>
                  </a:cubicBezTo>
                  <a:cubicBezTo>
                    <a:pt x="313" y="62"/>
                    <a:pt x="152" y="123"/>
                    <a:pt x="1" y="209"/>
                  </a:cubicBezTo>
                  <a:lnTo>
                    <a:pt x="1" y="2997"/>
                  </a:lnTo>
                  <a:lnTo>
                    <a:pt x="479" y="3557"/>
                  </a:lnTo>
                  <a:lnTo>
                    <a:pt x="1242" y="4448"/>
                  </a:lnTo>
                  <a:lnTo>
                    <a:pt x="1475" y="4724"/>
                  </a:lnTo>
                  <a:lnTo>
                    <a:pt x="1475" y="173"/>
                  </a:lnTo>
                  <a:cubicBezTo>
                    <a:pt x="1401" y="135"/>
                    <a:pt x="1322" y="101"/>
                    <a:pt x="1242" y="74"/>
                  </a:cubicBezTo>
                  <a:cubicBezTo>
                    <a:pt x="1089" y="25"/>
                    <a:pt x="929" y="0"/>
                    <a:pt x="770" y="0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403603" y="3759175"/>
              <a:ext cx="89549" cy="628481"/>
            </a:xfrm>
            <a:custGeom>
              <a:rect b="b" l="l" r="r" t="t"/>
              <a:pathLst>
                <a:path extrusionOk="0" h="10359" w="1476">
                  <a:moveTo>
                    <a:pt x="1" y="1"/>
                  </a:moveTo>
                  <a:lnTo>
                    <a:pt x="1" y="3915"/>
                  </a:lnTo>
                  <a:lnTo>
                    <a:pt x="1045" y="5140"/>
                  </a:lnTo>
                  <a:cubicBezTo>
                    <a:pt x="882" y="4979"/>
                    <a:pt x="685" y="4864"/>
                    <a:pt x="479" y="4792"/>
                  </a:cubicBezTo>
                  <a:cubicBezTo>
                    <a:pt x="325" y="4741"/>
                    <a:pt x="164" y="4715"/>
                    <a:pt x="1" y="4712"/>
                  </a:cubicBezTo>
                  <a:lnTo>
                    <a:pt x="1" y="8634"/>
                  </a:lnTo>
                  <a:lnTo>
                    <a:pt x="479" y="9194"/>
                  </a:lnTo>
                  <a:lnTo>
                    <a:pt x="1242" y="10085"/>
                  </a:lnTo>
                  <a:lnTo>
                    <a:pt x="1475" y="10358"/>
                  </a:lnTo>
                  <a:lnTo>
                    <a:pt x="1475" y="913"/>
                  </a:lnTo>
                  <a:lnTo>
                    <a:pt x="1158" y="541"/>
                  </a:lnTo>
                  <a:cubicBezTo>
                    <a:pt x="858" y="188"/>
                    <a:pt x="431" y="8"/>
                    <a:pt x="1" y="1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2803120" y="4343862"/>
              <a:ext cx="983097" cy="743025"/>
            </a:xfrm>
            <a:custGeom>
              <a:rect b="b" l="l" r="r" t="t"/>
              <a:pathLst>
                <a:path extrusionOk="0" h="12247" w="16204">
                  <a:moveTo>
                    <a:pt x="12921" y="1"/>
                  </a:moveTo>
                  <a:lnTo>
                    <a:pt x="1" y="9323"/>
                  </a:lnTo>
                  <a:cubicBezTo>
                    <a:pt x="2008" y="11545"/>
                    <a:pt x="4017" y="12246"/>
                    <a:pt x="5753" y="12246"/>
                  </a:cubicBezTo>
                  <a:cubicBezTo>
                    <a:pt x="8721" y="12246"/>
                    <a:pt x="10892" y="10198"/>
                    <a:pt x="10892" y="10198"/>
                  </a:cubicBezTo>
                  <a:cubicBezTo>
                    <a:pt x="16204" y="4689"/>
                    <a:pt x="12921" y="1"/>
                    <a:pt x="12921" y="1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3123401" y="4740894"/>
              <a:ext cx="1039884" cy="666096"/>
            </a:xfrm>
            <a:custGeom>
              <a:rect b="b" l="l" r="r" t="t"/>
              <a:pathLst>
                <a:path extrusionOk="0" h="10979" w="17140">
                  <a:moveTo>
                    <a:pt x="6933" y="1"/>
                  </a:moveTo>
                  <a:lnTo>
                    <a:pt x="0" y="5080"/>
                  </a:lnTo>
                  <a:lnTo>
                    <a:pt x="3828" y="10978"/>
                  </a:lnTo>
                  <a:lnTo>
                    <a:pt x="17140" y="10820"/>
                  </a:lnTo>
                  <a:lnTo>
                    <a:pt x="6933" y="1"/>
                  </a:ln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2897828" y="4616943"/>
              <a:ext cx="360804" cy="330773"/>
            </a:xfrm>
            <a:custGeom>
              <a:rect b="b" l="l" r="r" t="t"/>
              <a:pathLst>
                <a:path extrusionOk="0" h="5452" w="5947">
                  <a:moveTo>
                    <a:pt x="4643" y="0"/>
                  </a:moveTo>
                  <a:lnTo>
                    <a:pt x="1" y="5123"/>
                  </a:lnTo>
                  <a:lnTo>
                    <a:pt x="5947" y="545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2697796" y="4813760"/>
              <a:ext cx="250688" cy="10132"/>
            </a:xfrm>
            <a:custGeom>
              <a:rect b="b" l="l" r="r" t="t"/>
              <a:pathLst>
                <a:path extrusionOk="0" h="167" w="4132">
                  <a:moveTo>
                    <a:pt x="20" y="1"/>
                  </a:moveTo>
                  <a:cubicBezTo>
                    <a:pt x="10" y="1"/>
                    <a:pt x="0" y="8"/>
                    <a:pt x="0" y="18"/>
                  </a:cubicBezTo>
                  <a:lnTo>
                    <a:pt x="0" y="147"/>
                  </a:lnTo>
                  <a:cubicBezTo>
                    <a:pt x="0" y="157"/>
                    <a:pt x="10" y="166"/>
                    <a:pt x="20" y="166"/>
                  </a:cubicBezTo>
                  <a:lnTo>
                    <a:pt x="4114" y="166"/>
                  </a:lnTo>
                  <a:cubicBezTo>
                    <a:pt x="4126" y="166"/>
                    <a:pt x="4131" y="157"/>
                    <a:pt x="4131" y="147"/>
                  </a:cubicBezTo>
                  <a:lnTo>
                    <a:pt x="4131" y="18"/>
                  </a:lnTo>
                  <a:cubicBezTo>
                    <a:pt x="4131" y="10"/>
                    <a:pt x="4121" y="1"/>
                    <a:pt x="4114" y="1"/>
                  </a:cubicBezTo>
                  <a:close/>
                </a:path>
              </a:pathLst>
            </a:custGeom>
            <a:solidFill>
              <a:srgbClr val="DDE6E9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2960925" y="3329624"/>
              <a:ext cx="13590" cy="13469"/>
            </a:xfrm>
            <a:custGeom>
              <a:rect b="b" l="l" r="r" t="t"/>
              <a:pathLst>
                <a:path extrusionOk="0" h="222" w="224">
                  <a:moveTo>
                    <a:pt x="118" y="1"/>
                  </a:moveTo>
                  <a:cubicBezTo>
                    <a:pt x="116" y="1"/>
                    <a:pt x="115" y="1"/>
                    <a:pt x="113" y="1"/>
                  </a:cubicBezTo>
                  <a:cubicBezTo>
                    <a:pt x="53" y="1"/>
                    <a:pt x="1" y="51"/>
                    <a:pt x="1" y="112"/>
                  </a:cubicBezTo>
                  <a:cubicBezTo>
                    <a:pt x="1" y="172"/>
                    <a:pt x="53" y="222"/>
                    <a:pt x="113" y="222"/>
                  </a:cubicBezTo>
                  <a:cubicBezTo>
                    <a:pt x="173" y="222"/>
                    <a:pt x="224" y="172"/>
                    <a:pt x="224" y="112"/>
                  </a:cubicBezTo>
                  <a:cubicBezTo>
                    <a:pt x="224" y="51"/>
                    <a:pt x="178" y="1"/>
                    <a:pt x="1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2403611" y="3285456"/>
              <a:ext cx="880634" cy="1631598"/>
              <a:chOff x="2395474" y="3294981"/>
              <a:chExt cx="880634" cy="1631598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2432604" y="3294981"/>
                <a:ext cx="806668" cy="1631598"/>
              </a:xfrm>
              <a:custGeom>
                <a:rect b="b" l="l" r="r" t="t"/>
                <a:pathLst>
                  <a:path extrusionOk="0" h="26893" w="13296">
                    <a:moveTo>
                      <a:pt x="2174" y="0"/>
                    </a:moveTo>
                    <a:cubicBezTo>
                      <a:pt x="973" y="0"/>
                      <a:pt x="1" y="973"/>
                      <a:pt x="1" y="2174"/>
                    </a:cubicBezTo>
                    <a:lnTo>
                      <a:pt x="1" y="24714"/>
                    </a:lnTo>
                    <a:cubicBezTo>
                      <a:pt x="1" y="25915"/>
                      <a:pt x="973" y="26892"/>
                      <a:pt x="2174" y="26892"/>
                    </a:cubicBezTo>
                    <a:lnTo>
                      <a:pt x="11122" y="26892"/>
                    </a:lnTo>
                    <a:cubicBezTo>
                      <a:pt x="11653" y="26892"/>
                      <a:pt x="12143" y="26700"/>
                      <a:pt x="12520" y="26381"/>
                    </a:cubicBezTo>
                    <a:cubicBezTo>
                      <a:pt x="12993" y="25982"/>
                      <a:pt x="13295" y="25384"/>
                      <a:pt x="13295" y="24714"/>
                    </a:cubicBezTo>
                    <a:lnTo>
                      <a:pt x="13295" y="2174"/>
                    </a:lnTo>
                    <a:cubicBezTo>
                      <a:pt x="13295" y="975"/>
                      <a:pt x="12323" y="0"/>
                      <a:pt x="11122" y="0"/>
                    </a:cubicBezTo>
                    <a:close/>
                  </a:path>
                </a:pathLst>
              </a:custGeom>
              <a:solidFill>
                <a:srgbClr val="2F3352"/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2479078" y="3334903"/>
                <a:ext cx="714147" cy="1551757"/>
              </a:xfrm>
              <a:custGeom>
                <a:rect b="b" l="l" r="r" t="t"/>
                <a:pathLst>
                  <a:path extrusionOk="0" h="25577" w="11771">
                    <a:moveTo>
                      <a:pt x="431" y="0"/>
                    </a:moveTo>
                    <a:cubicBezTo>
                      <a:pt x="193" y="0"/>
                      <a:pt x="1" y="193"/>
                      <a:pt x="1" y="428"/>
                    </a:cubicBezTo>
                    <a:lnTo>
                      <a:pt x="1" y="25147"/>
                    </a:lnTo>
                    <a:cubicBezTo>
                      <a:pt x="1" y="25384"/>
                      <a:pt x="193" y="25576"/>
                      <a:pt x="431" y="25576"/>
                    </a:cubicBezTo>
                    <a:lnTo>
                      <a:pt x="11338" y="25576"/>
                    </a:lnTo>
                    <a:cubicBezTo>
                      <a:pt x="11576" y="25576"/>
                      <a:pt x="11771" y="25384"/>
                      <a:pt x="11768" y="25147"/>
                    </a:cubicBezTo>
                    <a:lnTo>
                      <a:pt x="11768" y="428"/>
                    </a:lnTo>
                    <a:cubicBezTo>
                      <a:pt x="11768" y="193"/>
                      <a:pt x="11576" y="0"/>
                      <a:pt x="113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2632393" y="3300199"/>
                <a:ext cx="407278" cy="77597"/>
              </a:xfrm>
              <a:custGeom>
                <a:rect b="b" l="l" r="r" t="t"/>
                <a:pathLst>
                  <a:path extrusionOk="0" h="1279" w="6713">
                    <a:moveTo>
                      <a:pt x="6712" y="1"/>
                    </a:moveTo>
                    <a:lnTo>
                      <a:pt x="0" y="162"/>
                    </a:lnTo>
                    <a:lnTo>
                      <a:pt x="0" y="529"/>
                    </a:lnTo>
                    <a:cubicBezTo>
                      <a:pt x="0" y="942"/>
                      <a:pt x="334" y="1279"/>
                      <a:pt x="745" y="1279"/>
                    </a:cubicBezTo>
                    <a:lnTo>
                      <a:pt x="5968" y="1279"/>
                    </a:lnTo>
                    <a:cubicBezTo>
                      <a:pt x="6381" y="1279"/>
                      <a:pt x="6712" y="945"/>
                      <a:pt x="6712" y="529"/>
                    </a:cubicBezTo>
                    <a:lnTo>
                      <a:pt x="6712" y="1"/>
                    </a:lnTo>
                    <a:close/>
                  </a:path>
                </a:pathLst>
              </a:custGeom>
              <a:solidFill>
                <a:srgbClr val="2F3352"/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2765565" y="3329685"/>
                <a:ext cx="139784" cy="13408"/>
              </a:xfrm>
              <a:custGeom>
                <a:rect b="b" l="l" r="r" t="t"/>
                <a:pathLst>
                  <a:path extrusionOk="0" h="221" w="2304">
                    <a:moveTo>
                      <a:pt x="111" y="0"/>
                    </a:moveTo>
                    <a:cubicBezTo>
                      <a:pt x="51" y="0"/>
                      <a:pt x="0" y="50"/>
                      <a:pt x="0" y="111"/>
                    </a:cubicBezTo>
                    <a:cubicBezTo>
                      <a:pt x="0" y="171"/>
                      <a:pt x="51" y="221"/>
                      <a:pt x="111" y="221"/>
                    </a:cubicBezTo>
                    <a:lnTo>
                      <a:pt x="2193" y="221"/>
                    </a:lnTo>
                    <a:cubicBezTo>
                      <a:pt x="2255" y="221"/>
                      <a:pt x="2303" y="171"/>
                      <a:pt x="2303" y="111"/>
                    </a:cubicBezTo>
                    <a:cubicBezTo>
                      <a:pt x="2303" y="50"/>
                      <a:pt x="2253" y="0"/>
                      <a:pt x="21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18425" lIns="18425" spcFirstLastPara="1" rIns="18425" wrap="square" tIns="18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2"/>
                  <a:buFont typeface="Arial"/>
                  <a:buNone/>
                </a:pPr>
                <a:r>
                  <a:t/>
                </a:r>
                <a:endParaRPr b="0" i="0" sz="2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4" name="Google Shape;194;p16"/>
              <p:cNvGrpSpPr/>
              <p:nvPr/>
            </p:nvGrpSpPr>
            <p:grpSpPr>
              <a:xfrm>
                <a:off x="2572511" y="3741399"/>
                <a:ext cx="557499" cy="1019394"/>
                <a:chOff x="2572511" y="3741399"/>
                <a:chExt cx="557499" cy="1019394"/>
              </a:xfrm>
            </p:grpSpPr>
            <p:sp>
              <p:nvSpPr>
                <p:cNvPr id="195" name="Google Shape;195;p16"/>
                <p:cNvSpPr/>
                <p:nvPr/>
              </p:nvSpPr>
              <p:spPr>
                <a:xfrm>
                  <a:off x="2771936" y="3841931"/>
                  <a:ext cx="171393" cy="55756"/>
                </a:xfrm>
                <a:custGeom>
                  <a:rect b="b" l="l" r="r" t="t"/>
                  <a:pathLst>
                    <a:path extrusionOk="0" h="919" w="2825">
                      <a:moveTo>
                        <a:pt x="460" y="1"/>
                      </a:moveTo>
                      <a:cubicBezTo>
                        <a:pt x="207" y="1"/>
                        <a:pt x="1" y="205"/>
                        <a:pt x="1" y="459"/>
                      </a:cubicBezTo>
                      <a:cubicBezTo>
                        <a:pt x="1" y="712"/>
                        <a:pt x="205" y="918"/>
                        <a:pt x="460" y="918"/>
                      </a:cubicBezTo>
                      <a:lnTo>
                        <a:pt x="2366" y="918"/>
                      </a:lnTo>
                      <a:cubicBezTo>
                        <a:pt x="2618" y="918"/>
                        <a:pt x="2825" y="714"/>
                        <a:pt x="2825" y="459"/>
                      </a:cubicBezTo>
                      <a:cubicBezTo>
                        <a:pt x="2823" y="205"/>
                        <a:pt x="2618" y="1"/>
                        <a:pt x="2366" y="1"/>
                      </a:cubicBezTo>
                      <a:close/>
                    </a:path>
                  </a:pathLst>
                </a:custGeom>
                <a:solidFill>
                  <a:srgbClr val="232F3F"/>
                </a:solidFill>
                <a:ln>
                  <a:noFill/>
                </a:ln>
              </p:spPr>
              <p:txBody>
                <a:bodyPr anchorCtr="0" anchor="ctr" bIns="18425" lIns="18425" spcFirstLastPara="1" rIns="18425" wrap="square" tIns="18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82"/>
                    <a:buFont typeface="Arial"/>
                    <a:buNone/>
                  </a:pPr>
                  <a:r>
                    <a:t/>
                  </a:r>
                  <a:endParaRPr b="0" i="0" sz="28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16"/>
                <p:cNvSpPr/>
                <p:nvPr/>
              </p:nvSpPr>
              <p:spPr>
                <a:xfrm>
                  <a:off x="2771936" y="4057738"/>
                  <a:ext cx="171393" cy="55877"/>
                </a:xfrm>
                <a:custGeom>
                  <a:rect b="b" l="l" r="r" t="t"/>
                  <a:pathLst>
                    <a:path extrusionOk="0" h="921" w="2825">
                      <a:moveTo>
                        <a:pt x="460" y="0"/>
                      </a:moveTo>
                      <a:cubicBezTo>
                        <a:pt x="207" y="0"/>
                        <a:pt x="1" y="204"/>
                        <a:pt x="1" y="459"/>
                      </a:cubicBezTo>
                      <a:cubicBezTo>
                        <a:pt x="1" y="711"/>
                        <a:pt x="205" y="920"/>
                        <a:pt x="460" y="920"/>
                      </a:cubicBezTo>
                      <a:lnTo>
                        <a:pt x="2366" y="920"/>
                      </a:lnTo>
                      <a:cubicBezTo>
                        <a:pt x="2618" y="920"/>
                        <a:pt x="2825" y="716"/>
                        <a:pt x="2825" y="459"/>
                      </a:cubicBezTo>
                      <a:cubicBezTo>
                        <a:pt x="2823" y="204"/>
                        <a:pt x="2618" y="0"/>
                        <a:pt x="2366" y="0"/>
                      </a:cubicBezTo>
                      <a:close/>
                    </a:path>
                  </a:pathLst>
                </a:custGeom>
                <a:solidFill>
                  <a:srgbClr val="232F3F"/>
                </a:solidFill>
                <a:ln>
                  <a:noFill/>
                </a:ln>
              </p:spPr>
              <p:txBody>
                <a:bodyPr anchorCtr="0" anchor="ctr" bIns="18425" lIns="18425" spcFirstLastPara="1" rIns="18425" wrap="square" tIns="18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82"/>
                    <a:buFont typeface="Arial"/>
                    <a:buNone/>
                  </a:pPr>
                  <a:r>
                    <a:t/>
                  </a:r>
                  <a:endParaRPr b="0" i="0" sz="28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16"/>
                <p:cNvSpPr/>
                <p:nvPr/>
              </p:nvSpPr>
              <p:spPr>
                <a:xfrm>
                  <a:off x="2771936" y="4273363"/>
                  <a:ext cx="171393" cy="55877"/>
                </a:xfrm>
                <a:custGeom>
                  <a:rect b="b" l="l" r="r" t="t"/>
                  <a:pathLst>
                    <a:path extrusionOk="0" h="921" w="2825">
                      <a:moveTo>
                        <a:pt x="460" y="1"/>
                      </a:moveTo>
                      <a:cubicBezTo>
                        <a:pt x="207" y="1"/>
                        <a:pt x="1" y="205"/>
                        <a:pt x="1" y="459"/>
                      </a:cubicBezTo>
                      <a:cubicBezTo>
                        <a:pt x="1" y="711"/>
                        <a:pt x="205" y="920"/>
                        <a:pt x="460" y="920"/>
                      </a:cubicBezTo>
                      <a:lnTo>
                        <a:pt x="2366" y="920"/>
                      </a:lnTo>
                      <a:cubicBezTo>
                        <a:pt x="2618" y="920"/>
                        <a:pt x="2825" y="716"/>
                        <a:pt x="2825" y="459"/>
                      </a:cubicBezTo>
                      <a:cubicBezTo>
                        <a:pt x="2823" y="207"/>
                        <a:pt x="2618" y="1"/>
                        <a:pt x="2366" y="1"/>
                      </a:cubicBezTo>
                      <a:close/>
                    </a:path>
                  </a:pathLst>
                </a:custGeom>
                <a:solidFill>
                  <a:srgbClr val="232F3F"/>
                </a:solidFill>
                <a:ln>
                  <a:noFill/>
                </a:ln>
              </p:spPr>
              <p:txBody>
                <a:bodyPr anchorCtr="0" anchor="ctr" bIns="18425" lIns="18425" spcFirstLastPara="1" rIns="18425" wrap="square" tIns="18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82"/>
                    <a:buFont typeface="Arial"/>
                    <a:buNone/>
                  </a:pPr>
                  <a:r>
                    <a:t/>
                  </a:r>
                  <a:endParaRPr b="0" i="0" sz="28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16"/>
                <p:cNvSpPr/>
                <p:nvPr/>
              </p:nvSpPr>
              <p:spPr>
                <a:xfrm>
                  <a:off x="2771936" y="4489170"/>
                  <a:ext cx="171393" cy="55816"/>
                </a:xfrm>
                <a:custGeom>
                  <a:rect b="b" l="l" r="r" t="t"/>
                  <a:pathLst>
                    <a:path extrusionOk="0" h="920" w="2825">
                      <a:moveTo>
                        <a:pt x="460" y="0"/>
                      </a:moveTo>
                      <a:cubicBezTo>
                        <a:pt x="207" y="0"/>
                        <a:pt x="1" y="204"/>
                        <a:pt x="1" y="461"/>
                      </a:cubicBezTo>
                      <a:cubicBezTo>
                        <a:pt x="1" y="713"/>
                        <a:pt x="205" y="920"/>
                        <a:pt x="460" y="920"/>
                      </a:cubicBezTo>
                      <a:lnTo>
                        <a:pt x="2366" y="920"/>
                      </a:lnTo>
                      <a:cubicBezTo>
                        <a:pt x="2618" y="920"/>
                        <a:pt x="2825" y="716"/>
                        <a:pt x="2825" y="461"/>
                      </a:cubicBezTo>
                      <a:cubicBezTo>
                        <a:pt x="2823" y="209"/>
                        <a:pt x="2618" y="0"/>
                        <a:pt x="2366" y="0"/>
                      </a:cubicBezTo>
                      <a:close/>
                    </a:path>
                  </a:pathLst>
                </a:custGeom>
                <a:solidFill>
                  <a:srgbClr val="232F3F"/>
                </a:solidFill>
                <a:ln>
                  <a:noFill/>
                </a:ln>
              </p:spPr>
              <p:txBody>
                <a:bodyPr anchorCtr="0" anchor="ctr" bIns="18425" lIns="18425" spcFirstLastPara="1" rIns="18425" wrap="square" tIns="18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82"/>
                    <a:buFont typeface="Arial"/>
                    <a:buNone/>
                  </a:pPr>
                  <a:r>
                    <a:t/>
                  </a:r>
                  <a:endParaRPr b="0" i="0" sz="28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" name="Google Shape;199;p16"/>
                <p:cNvGrpSpPr/>
                <p:nvPr/>
              </p:nvGrpSpPr>
              <p:grpSpPr>
                <a:xfrm>
                  <a:off x="2572511" y="3741399"/>
                  <a:ext cx="557499" cy="1019393"/>
                  <a:chOff x="2572511" y="3741399"/>
                  <a:chExt cx="557499" cy="1019393"/>
                </a:xfrm>
              </p:grpSpPr>
              <p:sp>
                <p:nvSpPr>
                  <p:cNvPr id="200" name="Google Shape;200;p16"/>
                  <p:cNvSpPr/>
                  <p:nvPr/>
                </p:nvSpPr>
                <p:spPr>
                  <a:xfrm>
                    <a:off x="2572511" y="3741581"/>
                    <a:ext cx="155922" cy="155922"/>
                  </a:xfrm>
                  <a:custGeom>
                    <a:rect b="b" l="l" r="r" t="t"/>
                    <a:pathLst>
                      <a:path extrusionOk="0" h="2570" w="2570">
                        <a:moveTo>
                          <a:pt x="1285" y="0"/>
                        </a:moveTo>
                        <a:cubicBezTo>
                          <a:pt x="577" y="0"/>
                          <a:pt x="0" y="576"/>
                          <a:pt x="0" y="1285"/>
                        </a:cubicBezTo>
                        <a:cubicBezTo>
                          <a:pt x="0" y="1993"/>
                          <a:pt x="577" y="2570"/>
                          <a:pt x="1285" y="2570"/>
                        </a:cubicBezTo>
                        <a:cubicBezTo>
                          <a:pt x="1993" y="2570"/>
                          <a:pt x="2570" y="1993"/>
                          <a:pt x="2570" y="1285"/>
                        </a:cubicBezTo>
                        <a:cubicBezTo>
                          <a:pt x="2570" y="576"/>
                          <a:pt x="1993" y="0"/>
                          <a:pt x="1285" y="0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16"/>
                  <p:cNvSpPr/>
                  <p:nvPr/>
                </p:nvSpPr>
                <p:spPr>
                  <a:xfrm>
                    <a:off x="2771936" y="3741399"/>
                    <a:ext cx="358074" cy="25845"/>
                  </a:xfrm>
                  <a:custGeom>
                    <a:rect b="b" l="l" r="r" t="t"/>
                    <a:pathLst>
                      <a:path extrusionOk="0" h="426" w="5902">
                        <a:moveTo>
                          <a:pt x="215" y="1"/>
                        </a:moveTo>
                        <a:cubicBezTo>
                          <a:pt x="97" y="1"/>
                          <a:pt x="1" y="97"/>
                          <a:pt x="1" y="214"/>
                        </a:cubicBezTo>
                        <a:cubicBezTo>
                          <a:pt x="1" y="330"/>
                          <a:pt x="97" y="426"/>
                          <a:pt x="215" y="426"/>
                        </a:cubicBezTo>
                        <a:lnTo>
                          <a:pt x="5690" y="426"/>
                        </a:lnTo>
                        <a:cubicBezTo>
                          <a:pt x="5805" y="426"/>
                          <a:pt x="5899" y="330"/>
                          <a:pt x="5901" y="214"/>
                        </a:cubicBezTo>
                        <a:cubicBezTo>
                          <a:pt x="5901" y="97"/>
                          <a:pt x="5805" y="1"/>
                          <a:pt x="5690" y="1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" name="Google Shape;202;p16"/>
                  <p:cNvSpPr/>
                  <p:nvPr/>
                </p:nvSpPr>
                <p:spPr>
                  <a:xfrm>
                    <a:off x="2771814" y="3782352"/>
                    <a:ext cx="236067" cy="25967"/>
                  </a:xfrm>
                  <a:custGeom>
                    <a:rect b="b" l="l" r="r" t="t"/>
                    <a:pathLst>
                      <a:path extrusionOk="0" h="428" w="3891">
                        <a:moveTo>
                          <a:pt x="212" y="1"/>
                        </a:moveTo>
                        <a:cubicBezTo>
                          <a:pt x="96" y="1"/>
                          <a:pt x="0" y="97"/>
                          <a:pt x="0" y="214"/>
                        </a:cubicBezTo>
                        <a:cubicBezTo>
                          <a:pt x="0" y="332"/>
                          <a:pt x="96" y="428"/>
                          <a:pt x="212" y="428"/>
                        </a:cubicBezTo>
                        <a:lnTo>
                          <a:pt x="3677" y="428"/>
                        </a:lnTo>
                        <a:cubicBezTo>
                          <a:pt x="3795" y="428"/>
                          <a:pt x="3891" y="334"/>
                          <a:pt x="3891" y="214"/>
                        </a:cubicBezTo>
                        <a:cubicBezTo>
                          <a:pt x="3891" y="97"/>
                          <a:pt x="3795" y="1"/>
                          <a:pt x="3677" y="1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" name="Google Shape;203;p16"/>
                  <p:cNvSpPr/>
                  <p:nvPr/>
                </p:nvSpPr>
                <p:spPr>
                  <a:xfrm>
                    <a:off x="2572511" y="3957327"/>
                    <a:ext cx="155922" cy="155983"/>
                  </a:xfrm>
                  <a:custGeom>
                    <a:rect b="b" l="l" r="r" t="t"/>
                    <a:pathLst>
                      <a:path extrusionOk="0" h="2571" w="2570">
                        <a:moveTo>
                          <a:pt x="1285" y="1"/>
                        </a:moveTo>
                        <a:cubicBezTo>
                          <a:pt x="577" y="1"/>
                          <a:pt x="0" y="577"/>
                          <a:pt x="0" y="1286"/>
                        </a:cubicBezTo>
                        <a:cubicBezTo>
                          <a:pt x="0" y="1996"/>
                          <a:pt x="577" y="2570"/>
                          <a:pt x="1285" y="2570"/>
                        </a:cubicBezTo>
                        <a:cubicBezTo>
                          <a:pt x="1993" y="2570"/>
                          <a:pt x="2570" y="1996"/>
                          <a:pt x="2570" y="1286"/>
                        </a:cubicBezTo>
                        <a:cubicBezTo>
                          <a:pt x="2570" y="577"/>
                          <a:pt x="1993" y="1"/>
                          <a:pt x="1285" y="1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" name="Google Shape;204;p16"/>
                  <p:cNvSpPr/>
                  <p:nvPr/>
                </p:nvSpPr>
                <p:spPr>
                  <a:xfrm>
                    <a:off x="2771936" y="3957206"/>
                    <a:ext cx="358074" cy="25967"/>
                  </a:xfrm>
                  <a:custGeom>
                    <a:rect b="b" l="l" r="r" t="t"/>
                    <a:pathLst>
                      <a:path extrusionOk="0" h="428" w="5902">
                        <a:moveTo>
                          <a:pt x="215" y="0"/>
                        </a:moveTo>
                        <a:cubicBezTo>
                          <a:pt x="97" y="0"/>
                          <a:pt x="1" y="96"/>
                          <a:pt x="1" y="214"/>
                        </a:cubicBezTo>
                        <a:cubicBezTo>
                          <a:pt x="1" y="332"/>
                          <a:pt x="97" y="428"/>
                          <a:pt x="215" y="428"/>
                        </a:cubicBezTo>
                        <a:lnTo>
                          <a:pt x="5690" y="428"/>
                        </a:lnTo>
                        <a:cubicBezTo>
                          <a:pt x="5805" y="428"/>
                          <a:pt x="5899" y="332"/>
                          <a:pt x="5901" y="214"/>
                        </a:cubicBezTo>
                        <a:cubicBezTo>
                          <a:pt x="5901" y="96"/>
                          <a:pt x="5805" y="0"/>
                          <a:pt x="5690" y="0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16"/>
                  <p:cNvSpPr/>
                  <p:nvPr/>
                </p:nvSpPr>
                <p:spPr>
                  <a:xfrm>
                    <a:off x="2771814" y="3998159"/>
                    <a:ext cx="236067" cy="25967"/>
                  </a:xfrm>
                  <a:custGeom>
                    <a:rect b="b" l="l" r="r" t="t"/>
                    <a:pathLst>
                      <a:path extrusionOk="0" h="428" w="3891">
                        <a:moveTo>
                          <a:pt x="212" y="0"/>
                        </a:moveTo>
                        <a:cubicBezTo>
                          <a:pt x="96" y="0"/>
                          <a:pt x="0" y="96"/>
                          <a:pt x="0" y="214"/>
                        </a:cubicBezTo>
                        <a:cubicBezTo>
                          <a:pt x="0" y="332"/>
                          <a:pt x="96" y="428"/>
                          <a:pt x="212" y="428"/>
                        </a:cubicBezTo>
                        <a:lnTo>
                          <a:pt x="3677" y="428"/>
                        </a:lnTo>
                        <a:cubicBezTo>
                          <a:pt x="3795" y="428"/>
                          <a:pt x="3891" y="332"/>
                          <a:pt x="3891" y="214"/>
                        </a:cubicBezTo>
                        <a:cubicBezTo>
                          <a:pt x="3891" y="96"/>
                          <a:pt x="3795" y="0"/>
                          <a:pt x="3677" y="0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" name="Google Shape;206;p16"/>
                  <p:cNvSpPr/>
                  <p:nvPr/>
                </p:nvSpPr>
                <p:spPr>
                  <a:xfrm>
                    <a:off x="2572511" y="4173134"/>
                    <a:ext cx="155922" cy="155922"/>
                  </a:xfrm>
                  <a:custGeom>
                    <a:rect b="b" l="l" r="r" t="t"/>
                    <a:pathLst>
                      <a:path extrusionOk="0" h="2570" w="2570">
                        <a:moveTo>
                          <a:pt x="1285" y="0"/>
                        </a:moveTo>
                        <a:cubicBezTo>
                          <a:pt x="577" y="0"/>
                          <a:pt x="0" y="577"/>
                          <a:pt x="0" y="1285"/>
                        </a:cubicBezTo>
                        <a:cubicBezTo>
                          <a:pt x="0" y="1996"/>
                          <a:pt x="577" y="2570"/>
                          <a:pt x="1285" y="2570"/>
                        </a:cubicBezTo>
                        <a:cubicBezTo>
                          <a:pt x="1993" y="2570"/>
                          <a:pt x="2570" y="1996"/>
                          <a:pt x="2570" y="1285"/>
                        </a:cubicBezTo>
                        <a:cubicBezTo>
                          <a:pt x="2570" y="577"/>
                          <a:pt x="1993" y="0"/>
                          <a:pt x="1285" y="0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16"/>
                  <p:cNvSpPr/>
                  <p:nvPr/>
                </p:nvSpPr>
                <p:spPr>
                  <a:xfrm>
                    <a:off x="2771936" y="4172952"/>
                    <a:ext cx="358074" cy="26027"/>
                  </a:xfrm>
                  <a:custGeom>
                    <a:rect b="b" l="l" r="r" t="t"/>
                    <a:pathLst>
                      <a:path extrusionOk="0" h="429" w="5902">
                        <a:moveTo>
                          <a:pt x="215" y="1"/>
                        </a:moveTo>
                        <a:cubicBezTo>
                          <a:pt x="97" y="1"/>
                          <a:pt x="1" y="97"/>
                          <a:pt x="1" y="215"/>
                        </a:cubicBezTo>
                        <a:cubicBezTo>
                          <a:pt x="1" y="332"/>
                          <a:pt x="97" y="428"/>
                          <a:pt x="215" y="428"/>
                        </a:cubicBezTo>
                        <a:lnTo>
                          <a:pt x="5690" y="428"/>
                        </a:lnTo>
                        <a:cubicBezTo>
                          <a:pt x="5805" y="428"/>
                          <a:pt x="5899" y="332"/>
                          <a:pt x="5901" y="215"/>
                        </a:cubicBezTo>
                        <a:cubicBezTo>
                          <a:pt x="5901" y="97"/>
                          <a:pt x="5805" y="1"/>
                          <a:pt x="5690" y="1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16"/>
                  <p:cNvSpPr/>
                  <p:nvPr/>
                </p:nvSpPr>
                <p:spPr>
                  <a:xfrm>
                    <a:off x="2771814" y="4214087"/>
                    <a:ext cx="236067" cy="25845"/>
                  </a:xfrm>
                  <a:custGeom>
                    <a:rect b="b" l="l" r="r" t="t"/>
                    <a:pathLst>
                      <a:path extrusionOk="0" h="426" w="3891">
                        <a:moveTo>
                          <a:pt x="212" y="0"/>
                        </a:moveTo>
                        <a:cubicBezTo>
                          <a:pt x="96" y="0"/>
                          <a:pt x="0" y="96"/>
                          <a:pt x="0" y="211"/>
                        </a:cubicBezTo>
                        <a:cubicBezTo>
                          <a:pt x="0" y="329"/>
                          <a:pt x="96" y="425"/>
                          <a:pt x="212" y="425"/>
                        </a:cubicBezTo>
                        <a:lnTo>
                          <a:pt x="3677" y="425"/>
                        </a:lnTo>
                        <a:cubicBezTo>
                          <a:pt x="3795" y="425"/>
                          <a:pt x="3891" y="329"/>
                          <a:pt x="3891" y="211"/>
                        </a:cubicBezTo>
                        <a:cubicBezTo>
                          <a:pt x="3891" y="96"/>
                          <a:pt x="3795" y="0"/>
                          <a:pt x="3677" y="0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16"/>
                  <p:cNvSpPr/>
                  <p:nvPr/>
                </p:nvSpPr>
                <p:spPr>
                  <a:xfrm>
                    <a:off x="2572511" y="4389062"/>
                    <a:ext cx="155922" cy="155922"/>
                  </a:xfrm>
                  <a:custGeom>
                    <a:rect b="b" l="l" r="r" t="t"/>
                    <a:pathLst>
                      <a:path extrusionOk="0" h="2570" w="2570">
                        <a:moveTo>
                          <a:pt x="1285" y="0"/>
                        </a:moveTo>
                        <a:cubicBezTo>
                          <a:pt x="577" y="0"/>
                          <a:pt x="0" y="574"/>
                          <a:pt x="0" y="1285"/>
                        </a:cubicBezTo>
                        <a:cubicBezTo>
                          <a:pt x="0" y="1994"/>
                          <a:pt x="577" y="2570"/>
                          <a:pt x="1285" y="2570"/>
                        </a:cubicBezTo>
                        <a:cubicBezTo>
                          <a:pt x="1993" y="2570"/>
                          <a:pt x="2570" y="1994"/>
                          <a:pt x="2570" y="1285"/>
                        </a:cubicBezTo>
                        <a:cubicBezTo>
                          <a:pt x="2570" y="574"/>
                          <a:pt x="1993" y="0"/>
                          <a:pt x="1285" y="0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16"/>
                  <p:cNvSpPr/>
                  <p:nvPr/>
                </p:nvSpPr>
                <p:spPr>
                  <a:xfrm>
                    <a:off x="2771936" y="4388880"/>
                    <a:ext cx="358074" cy="25845"/>
                  </a:xfrm>
                  <a:custGeom>
                    <a:rect b="b" l="l" r="r" t="t"/>
                    <a:pathLst>
                      <a:path extrusionOk="0" h="426" w="5902">
                        <a:moveTo>
                          <a:pt x="215" y="1"/>
                        </a:moveTo>
                        <a:cubicBezTo>
                          <a:pt x="97" y="1"/>
                          <a:pt x="1" y="97"/>
                          <a:pt x="1" y="212"/>
                        </a:cubicBezTo>
                        <a:cubicBezTo>
                          <a:pt x="1" y="330"/>
                          <a:pt x="97" y="426"/>
                          <a:pt x="215" y="426"/>
                        </a:cubicBezTo>
                        <a:lnTo>
                          <a:pt x="5690" y="426"/>
                        </a:lnTo>
                        <a:cubicBezTo>
                          <a:pt x="5805" y="426"/>
                          <a:pt x="5899" y="330"/>
                          <a:pt x="5901" y="212"/>
                        </a:cubicBezTo>
                        <a:cubicBezTo>
                          <a:pt x="5901" y="97"/>
                          <a:pt x="5805" y="1"/>
                          <a:pt x="5690" y="1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Google Shape;211;p16"/>
                  <p:cNvSpPr/>
                  <p:nvPr/>
                </p:nvSpPr>
                <p:spPr>
                  <a:xfrm>
                    <a:off x="2771814" y="4429833"/>
                    <a:ext cx="236067" cy="25845"/>
                  </a:xfrm>
                  <a:custGeom>
                    <a:rect b="b" l="l" r="r" t="t"/>
                    <a:pathLst>
                      <a:path extrusionOk="0" h="426" w="3891">
                        <a:moveTo>
                          <a:pt x="212" y="1"/>
                        </a:moveTo>
                        <a:cubicBezTo>
                          <a:pt x="96" y="1"/>
                          <a:pt x="0" y="97"/>
                          <a:pt x="0" y="214"/>
                        </a:cubicBezTo>
                        <a:cubicBezTo>
                          <a:pt x="0" y="330"/>
                          <a:pt x="96" y="426"/>
                          <a:pt x="212" y="426"/>
                        </a:cubicBezTo>
                        <a:lnTo>
                          <a:pt x="3677" y="426"/>
                        </a:lnTo>
                        <a:cubicBezTo>
                          <a:pt x="3795" y="426"/>
                          <a:pt x="3891" y="330"/>
                          <a:pt x="3891" y="214"/>
                        </a:cubicBezTo>
                        <a:cubicBezTo>
                          <a:pt x="3891" y="97"/>
                          <a:pt x="3795" y="1"/>
                          <a:pt x="3677" y="1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Google Shape;212;p16"/>
                  <p:cNvSpPr/>
                  <p:nvPr/>
                </p:nvSpPr>
                <p:spPr>
                  <a:xfrm>
                    <a:off x="2572511" y="4604809"/>
                    <a:ext cx="155922" cy="155983"/>
                  </a:xfrm>
                  <a:custGeom>
                    <a:rect b="b" l="l" r="r" t="t"/>
                    <a:pathLst>
                      <a:path extrusionOk="0" h="2571" w="2570">
                        <a:moveTo>
                          <a:pt x="1285" y="1"/>
                        </a:moveTo>
                        <a:cubicBezTo>
                          <a:pt x="577" y="1"/>
                          <a:pt x="0" y="577"/>
                          <a:pt x="0" y="1286"/>
                        </a:cubicBezTo>
                        <a:cubicBezTo>
                          <a:pt x="0" y="1994"/>
                          <a:pt x="577" y="2571"/>
                          <a:pt x="1285" y="2571"/>
                        </a:cubicBezTo>
                        <a:cubicBezTo>
                          <a:pt x="1993" y="2571"/>
                          <a:pt x="2570" y="1994"/>
                          <a:pt x="2570" y="1286"/>
                        </a:cubicBezTo>
                        <a:cubicBezTo>
                          <a:pt x="2570" y="577"/>
                          <a:pt x="1993" y="1"/>
                          <a:pt x="1285" y="1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" name="Google Shape;213;p16"/>
                  <p:cNvSpPr/>
                  <p:nvPr/>
                </p:nvSpPr>
                <p:spPr>
                  <a:xfrm>
                    <a:off x="2771936" y="4604687"/>
                    <a:ext cx="358074" cy="25845"/>
                  </a:xfrm>
                  <a:custGeom>
                    <a:rect b="b" l="l" r="r" t="t"/>
                    <a:pathLst>
                      <a:path extrusionOk="0" h="426" w="5902">
                        <a:moveTo>
                          <a:pt x="215" y="1"/>
                        </a:moveTo>
                        <a:cubicBezTo>
                          <a:pt x="97" y="1"/>
                          <a:pt x="1" y="97"/>
                          <a:pt x="1" y="214"/>
                        </a:cubicBezTo>
                        <a:cubicBezTo>
                          <a:pt x="1" y="330"/>
                          <a:pt x="97" y="426"/>
                          <a:pt x="215" y="426"/>
                        </a:cubicBezTo>
                        <a:lnTo>
                          <a:pt x="5690" y="426"/>
                        </a:lnTo>
                        <a:cubicBezTo>
                          <a:pt x="5805" y="426"/>
                          <a:pt x="5899" y="330"/>
                          <a:pt x="5901" y="214"/>
                        </a:cubicBezTo>
                        <a:cubicBezTo>
                          <a:pt x="5901" y="97"/>
                          <a:pt x="5805" y="1"/>
                          <a:pt x="5690" y="1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Google Shape;214;p16"/>
                  <p:cNvSpPr/>
                  <p:nvPr/>
                </p:nvSpPr>
                <p:spPr>
                  <a:xfrm>
                    <a:off x="2771814" y="4645640"/>
                    <a:ext cx="236067" cy="25967"/>
                  </a:xfrm>
                  <a:custGeom>
                    <a:rect b="b" l="l" r="r" t="t"/>
                    <a:pathLst>
                      <a:path extrusionOk="0" h="428" w="3891">
                        <a:moveTo>
                          <a:pt x="212" y="0"/>
                        </a:moveTo>
                        <a:cubicBezTo>
                          <a:pt x="96" y="0"/>
                          <a:pt x="0" y="96"/>
                          <a:pt x="0" y="214"/>
                        </a:cubicBezTo>
                        <a:cubicBezTo>
                          <a:pt x="0" y="332"/>
                          <a:pt x="96" y="428"/>
                          <a:pt x="212" y="428"/>
                        </a:cubicBezTo>
                        <a:lnTo>
                          <a:pt x="3677" y="428"/>
                        </a:lnTo>
                        <a:cubicBezTo>
                          <a:pt x="3795" y="428"/>
                          <a:pt x="3891" y="332"/>
                          <a:pt x="3891" y="214"/>
                        </a:cubicBezTo>
                        <a:cubicBezTo>
                          <a:pt x="3891" y="96"/>
                          <a:pt x="3795" y="0"/>
                          <a:pt x="3677" y="0"/>
                        </a:cubicBezTo>
                        <a:close/>
                      </a:path>
                    </a:pathLst>
                  </a:custGeom>
                  <a:solidFill>
                    <a:srgbClr val="FF9A00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5" name="Google Shape;215;p16"/>
                <p:cNvSpPr/>
                <p:nvPr/>
              </p:nvSpPr>
              <p:spPr>
                <a:xfrm>
                  <a:off x="2771936" y="4705098"/>
                  <a:ext cx="171393" cy="55695"/>
                </a:xfrm>
                <a:custGeom>
                  <a:rect b="b" l="l" r="r" t="t"/>
                  <a:pathLst>
                    <a:path extrusionOk="0" h="918" w="2825">
                      <a:moveTo>
                        <a:pt x="460" y="0"/>
                      </a:moveTo>
                      <a:cubicBezTo>
                        <a:pt x="207" y="0"/>
                        <a:pt x="1" y="204"/>
                        <a:pt x="1" y="459"/>
                      </a:cubicBezTo>
                      <a:cubicBezTo>
                        <a:pt x="1" y="711"/>
                        <a:pt x="205" y="918"/>
                        <a:pt x="460" y="918"/>
                      </a:cubicBezTo>
                      <a:lnTo>
                        <a:pt x="2366" y="918"/>
                      </a:lnTo>
                      <a:cubicBezTo>
                        <a:pt x="2618" y="918"/>
                        <a:pt x="2825" y="713"/>
                        <a:pt x="2825" y="459"/>
                      </a:cubicBezTo>
                      <a:cubicBezTo>
                        <a:pt x="2823" y="207"/>
                        <a:pt x="2618" y="0"/>
                        <a:pt x="2366" y="0"/>
                      </a:cubicBezTo>
                      <a:close/>
                    </a:path>
                  </a:pathLst>
                </a:custGeom>
                <a:solidFill>
                  <a:srgbClr val="232F3F"/>
                </a:solidFill>
                <a:ln>
                  <a:noFill/>
                </a:ln>
              </p:spPr>
              <p:txBody>
                <a:bodyPr anchorCtr="0" anchor="ctr" bIns="18425" lIns="18425" spcFirstLastPara="1" rIns="18425" wrap="square" tIns="18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82"/>
                    <a:buFont typeface="Arial"/>
                    <a:buNone/>
                  </a:pPr>
                  <a:r>
                    <a:t/>
                  </a:r>
                  <a:endParaRPr b="0" i="0" sz="282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6" name="Google Shape;216;p16"/>
              <p:cNvGrpSpPr/>
              <p:nvPr/>
            </p:nvGrpSpPr>
            <p:grpSpPr>
              <a:xfrm>
                <a:off x="2395474" y="3333447"/>
                <a:ext cx="880634" cy="343961"/>
                <a:chOff x="2395474" y="3333447"/>
                <a:chExt cx="880634" cy="343961"/>
              </a:xfrm>
            </p:grpSpPr>
            <p:grpSp>
              <p:nvGrpSpPr>
                <p:cNvPr id="217" name="Google Shape;217;p16"/>
                <p:cNvGrpSpPr/>
                <p:nvPr/>
              </p:nvGrpSpPr>
              <p:grpSpPr>
                <a:xfrm>
                  <a:off x="2478957" y="3333447"/>
                  <a:ext cx="722283" cy="343961"/>
                  <a:chOff x="2478957" y="3333447"/>
                  <a:chExt cx="722283" cy="343961"/>
                </a:xfrm>
              </p:grpSpPr>
              <p:sp>
                <p:nvSpPr>
                  <p:cNvPr id="218" name="Google Shape;218;p16"/>
                  <p:cNvSpPr/>
                  <p:nvPr/>
                </p:nvSpPr>
                <p:spPr>
                  <a:xfrm>
                    <a:off x="2479078" y="3333447"/>
                    <a:ext cx="163384" cy="261124"/>
                  </a:xfrm>
                  <a:custGeom>
                    <a:rect b="b" l="l" r="r" t="t"/>
                    <a:pathLst>
                      <a:path extrusionOk="0" h="4304" w="2693">
                        <a:moveTo>
                          <a:pt x="1864" y="0"/>
                        </a:moveTo>
                        <a:cubicBezTo>
                          <a:pt x="1756" y="0"/>
                          <a:pt x="1651" y="5"/>
                          <a:pt x="1547" y="22"/>
                        </a:cubicBezTo>
                        <a:lnTo>
                          <a:pt x="1" y="4304"/>
                        </a:lnTo>
                        <a:lnTo>
                          <a:pt x="1699" y="4304"/>
                        </a:lnTo>
                        <a:lnTo>
                          <a:pt x="2693" y="454"/>
                        </a:lnTo>
                        <a:cubicBezTo>
                          <a:pt x="2592" y="327"/>
                          <a:pt x="2532" y="171"/>
                          <a:pt x="2532" y="0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16"/>
                  <p:cNvSpPr/>
                  <p:nvPr/>
                </p:nvSpPr>
                <p:spPr>
                  <a:xfrm>
                    <a:off x="2685237" y="3377737"/>
                    <a:ext cx="114606" cy="216835"/>
                  </a:xfrm>
                  <a:custGeom>
                    <a:rect b="b" l="l" r="r" t="t"/>
                    <a:pathLst>
                      <a:path extrusionOk="0" h="3574" w="1889">
                        <a:moveTo>
                          <a:pt x="553" y="1"/>
                        </a:moveTo>
                        <a:lnTo>
                          <a:pt x="1" y="3574"/>
                        </a:lnTo>
                        <a:lnTo>
                          <a:pt x="1704" y="3574"/>
                        </a:lnTo>
                        <a:lnTo>
                          <a:pt x="1889" y="1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16"/>
                  <p:cNvSpPr/>
                  <p:nvPr/>
                </p:nvSpPr>
                <p:spPr>
                  <a:xfrm>
                    <a:off x="2880476" y="3377737"/>
                    <a:ext cx="114484" cy="216835"/>
                  </a:xfrm>
                  <a:custGeom>
                    <a:rect b="b" l="l" r="r" t="t"/>
                    <a:pathLst>
                      <a:path extrusionOk="0" h="3574" w="1887">
                        <a:moveTo>
                          <a:pt x="1" y="1"/>
                        </a:moveTo>
                        <a:lnTo>
                          <a:pt x="183" y="3574"/>
                        </a:lnTo>
                        <a:lnTo>
                          <a:pt x="1886" y="3574"/>
                        </a:lnTo>
                        <a:lnTo>
                          <a:pt x="1334" y="1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1" name="Google Shape;221;p16"/>
                  <p:cNvSpPr/>
                  <p:nvPr/>
                </p:nvSpPr>
                <p:spPr>
                  <a:xfrm>
                    <a:off x="3035247" y="3333447"/>
                    <a:ext cx="165993" cy="261124"/>
                  </a:xfrm>
                  <a:custGeom>
                    <a:rect b="b" l="l" r="r" t="t"/>
                    <a:pathLst>
                      <a:path extrusionOk="0" h="4304" w="2736">
                        <a:moveTo>
                          <a:pt x="68" y="0"/>
                        </a:moveTo>
                        <a:cubicBezTo>
                          <a:pt x="65" y="101"/>
                          <a:pt x="44" y="202"/>
                          <a:pt x="0" y="291"/>
                        </a:cubicBezTo>
                        <a:lnTo>
                          <a:pt x="1038" y="4304"/>
                        </a:lnTo>
                        <a:lnTo>
                          <a:pt x="2736" y="4304"/>
                        </a:lnTo>
                        <a:lnTo>
                          <a:pt x="1199" y="46"/>
                        </a:lnTo>
                        <a:cubicBezTo>
                          <a:pt x="1047" y="15"/>
                          <a:pt x="894" y="0"/>
                          <a:pt x="733" y="0"/>
                        </a:cubicBez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2" name="Google Shape;222;p16"/>
                  <p:cNvSpPr/>
                  <p:nvPr/>
                </p:nvSpPr>
                <p:spPr>
                  <a:xfrm>
                    <a:off x="2685419" y="3591499"/>
                    <a:ext cx="103200" cy="85909"/>
                  </a:xfrm>
                  <a:custGeom>
                    <a:rect b="b" l="l" r="r" t="t"/>
                    <a:pathLst>
                      <a:path extrusionOk="0" h="1416" w="1701">
                        <a:moveTo>
                          <a:pt x="0" y="1"/>
                        </a:moveTo>
                        <a:lnTo>
                          <a:pt x="0" y="565"/>
                        </a:lnTo>
                        <a:cubicBezTo>
                          <a:pt x="0" y="1034"/>
                          <a:pt x="382" y="1415"/>
                          <a:pt x="850" y="1415"/>
                        </a:cubicBezTo>
                        <a:cubicBezTo>
                          <a:pt x="1319" y="1415"/>
                          <a:pt x="1701" y="1034"/>
                          <a:pt x="1701" y="565"/>
                        </a:cubicBezTo>
                        <a:lnTo>
                          <a:pt x="1701" y="1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3" name="Google Shape;223;p16"/>
                  <p:cNvSpPr/>
                  <p:nvPr/>
                </p:nvSpPr>
                <p:spPr>
                  <a:xfrm>
                    <a:off x="2891578" y="3591499"/>
                    <a:ext cx="103382" cy="85909"/>
                  </a:xfrm>
                  <a:custGeom>
                    <a:rect b="b" l="l" r="r" t="t"/>
                    <a:pathLst>
                      <a:path extrusionOk="0" h="1416" w="1704">
                        <a:moveTo>
                          <a:pt x="0" y="1"/>
                        </a:moveTo>
                        <a:lnTo>
                          <a:pt x="0" y="565"/>
                        </a:lnTo>
                        <a:cubicBezTo>
                          <a:pt x="0" y="1034"/>
                          <a:pt x="382" y="1415"/>
                          <a:pt x="851" y="1415"/>
                        </a:cubicBezTo>
                        <a:cubicBezTo>
                          <a:pt x="1321" y="1415"/>
                          <a:pt x="1703" y="1034"/>
                          <a:pt x="1701" y="565"/>
                        </a:cubicBezTo>
                        <a:lnTo>
                          <a:pt x="1701" y="1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4" name="Google Shape;224;p16"/>
                  <p:cNvSpPr/>
                  <p:nvPr/>
                </p:nvSpPr>
                <p:spPr>
                  <a:xfrm>
                    <a:off x="3098162" y="3591499"/>
                    <a:ext cx="103078" cy="85909"/>
                  </a:xfrm>
                  <a:custGeom>
                    <a:rect b="b" l="l" r="r" t="t"/>
                    <a:pathLst>
                      <a:path extrusionOk="0" h="1416" w="1699">
                        <a:moveTo>
                          <a:pt x="1" y="1"/>
                        </a:moveTo>
                        <a:lnTo>
                          <a:pt x="1" y="565"/>
                        </a:lnTo>
                        <a:cubicBezTo>
                          <a:pt x="1" y="1034"/>
                          <a:pt x="380" y="1415"/>
                          <a:pt x="848" y="1415"/>
                        </a:cubicBezTo>
                        <a:cubicBezTo>
                          <a:pt x="1317" y="1415"/>
                          <a:pt x="1699" y="1034"/>
                          <a:pt x="1699" y="565"/>
                        </a:cubicBezTo>
                        <a:lnTo>
                          <a:pt x="1699" y="1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5" name="Google Shape;225;p16"/>
                  <p:cNvSpPr/>
                  <p:nvPr/>
                </p:nvSpPr>
                <p:spPr>
                  <a:xfrm>
                    <a:off x="2478957" y="3591499"/>
                    <a:ext cx="103200" cy="85909"/>
                  </a:xfrm>
                  <a:custGeom>
                    <a:rect b="b" l="l" r="r" t="t"/>
                    <a:pathLst>
                      <a:path extrusionOk="0" h="1416" w="1701">
                        <a:moveTo>
                          <a:pt x="0" y="1"/>
                        </a:moveTo>
                        <a:lnTo>
                          <a:pt x="0" y="565"/>
                        </a:lnTo>
                        <a:cubicBezTo>
                          <a:pt x="0" y="1034"/>
                          <a:pt x="380" y="1415"/>
                          <a:pt x="848" y="1415"/>
                        </a:cubicBezTo>
                        <a:cubicBezTo>
                          <a:pt x="1321" y="1415"/>
                          <a:pt x="1701" y="1034"/>
                          <a:pt x="1698" y="565"/>
                        </a:cubicBezTo>
                        <a:lnTo>
                          <a:pt x="1698" y="1"/>
                        </a:lnTo>
                        <a:close/>
                      </a:path>
                    </a:pathLst>
                  </a:custGeom>
                  <a:solidFill>
                    <a:srgbClr val="232F3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26" name="Google Shape;226;p16"/>
                <p:cNvGrpSpPr/>
                <p:nvPr/>
              </p:nvGrpSpPr>
              <p:grpSpPr>
                <a:xfrm>
                  <a:off x="2395474" y="3334781"/>
                  <a:ext cx="880634" cy="342627"/>
                  <a:chOff x="2395474" y="3334781"/>
                  <a:chExt cx="880634" cy="342627"/>
                </a:xfrm>
              </p:grpSpPr>
              <p:sp>
                <p:nvSpPr>
                  <p:cNvPr id="227" name="Google Shape;227;p16"/>
                  <p:cNvSpPr/>
                  <p:nvPr/>
                </p:nvSpPr>
                <p:spPr>
                  <a:xfrm>
                    <a:off x="2395474" y="3334781"/>
                    <a:ext cx="177217" cy="259789"/>
                  </a:xfrm>
                  <a:custGeom>
                    <a:rect b="b" l="l" r="r" t="t"/>
                    <a:pathLst>
                      <a:path extrusionOk="0" h="4282" w="2921">
                        <a:moveTo>
                          <a:pt x="2921" y="0"/>
                        </a:moveTo>
                        <a:cubicBezTo>
                          <a:pt x="2044" y="115"/>
                          <a:pt x="1292" y="711"/>
                          <a:pt x="983" y="1561"/>
                        </a:cubicBezTo>
                        <a:lnTo>
                          <a:pt x="0" y="4282"/>
                        </a:lnTo>
                        <a:lnTo>
                          <a:pt x="1376" y="4282"/>
                        </a:lnTo>
                        <a:lnTo>
                          <a:pt x="2921" y="0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" name="Google Shape;228;p16"/>
                  <p:cNvSpPr/>
                  <p:nvPr/>
                </p:nvSpPr>
                <p:spPr>
                  <a:xfrm>
                    <a:off x="2581975" y="3360809"/>
                    <a:ext cx="136872" cy="233762"/>
                  </a:xfrm>
                  <a:custGeom>
                    <a:rect b="b" l="l" r="r" t="t"/>
                    <a:pathLst>
                      <a:path extrusionOk="0" h="3853" w="2256">
                        <a:moveTo>
                          <a:pt x="2255" y="280"/>
                        </a:moveTo>
                        <a:lnTo>
                          <a:pt x="2255" y="282"/>
                        </a:lnTo>
                        <a:lnTo>
                          <a:pt x="2255" y="282"/>
                        </a:lnTo>
                        <a:lnTo>
                          <a:pt x="2255" y="280"/>
                        </a:lnTo>
                        <a:close/>
                        <a:moveTo>
                          <a:pt x="994" y="1"/>
                        </a:moveTo>
                        <a:lnTo>
                          <a:pt x="0" y="3853"/>
                        </a:lnTo>
                        <a:lnTo>
                          <a:pt x="1703" y="3853"/>
                        </a:lnTo>
                        <a:lnTo>
                          <a:pt x="2255" y="282"/>
                        </a:lnTo>
                        <a:lnTo>
                          <a:pt x="1573" y="282"/>
                        </a:lnTo>
                        <a:cubicBezTo>
                          <a:pt x="1340" y="282"/>
                          <a:pt x="1129" y="174"/>
                          <a:pt x="994" y="1"/>
                        </a:cubicBez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9" name="Google Shape;229;p16"/>
                  <p:cNvSpPr/>
                  <p:nvPr/>
                </p:nvSpPr>
                <p:spPr>
                  <a:xfrm>
                    <a:off x="2788559" y="3377737"/>
                    <a:ext cx="103078" cy="216835"/>
                  </a:xfrm>
                  <a:custGeom>
                    <a:rect b="b" l="l" r="r" t="t"/>
                    <a:pathLst>
                      <a:path extrusionOk="0" h="3574" w="1699">
                        <a:moveTo>
                          <a:pt x="186" y="1"/>
                        </a:moveTo>
                        <a:lnTo>
                          <a:pt x="1" y="3574"/>
                        </a:lnTo>
                        <a:lnTo>
                          <a:pt x="1698" y="3574"/>
                        </a:lnTo>
                        <a:lnTo>
                          <a:pt x="1516" y="1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" name="Google Shape;230;p16"/>
                  <p:cNvSpPr/>
                  <p:nvPr/>
                </p:nvSpPr>
                <p:spPr>
                  <a:xfrm>
                    <a:off x="2961350" y="3351102"/>
                    <a:ext cx="136568" cy="243469"/>
                  </a:xfrm>
                  <a:custGeom>
                    <a:rect b="b" l="l" r="r" t="t"/>
                    <a:pathLst>
                      <a:path extrusionOk="0" h="4013" w="2251">
                        <a:moveTo>
                          <a:pt x="1218" y="0"/>
                        </a:moveTo>
                        <a:cubicBezTo>
                          <a:pt x="1103" y="259"/>
                          <a:pt x="841" y="440"/>
                          <a:pt x="541" y="440"/>
                        </a:cubicBezTo>
                        <a:lnTo>
                          <a:pt x="1" y="440"/>
                        </a:lnTo>
                        <a:lnTo>
                          <a:pt x="553" y="4013"/>
                        </a:lnTo>
                        <a:lnTo>
                          <a:pt x="2251" y="4013"/>
                        </a:lnTo>
                        <a:lnTo>
                          <a:pt x="1218" y="0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" name="Google Shape;231;p16"/>
                  <p:cNvSpPr/>
                  <p:nvPr/>
                </p:nvSpPr>
                <p:spPr>
                  <a:xfrm>
                    <a:off x="3107930" y="3336056"/>
                    <a:ext cx="168177" cy="258515"/>
                  </a:xfrm>
                  <a:custGeom>
                    <a:rect b="b" l="l" r="r" t="t"/>
                    <a:pathLst>
                      <a:path extrusionOk="0" h="4261" w="2772">
                        <a:moveTo>
                          <a:pt x="1" y="1"/>
                        </a:moveTo>
                        <a:lnTo>
                          <a:pt x="1538" y="4261"/>
                        </a:lnTo>
                        <a:lnTo>
                          <a:pt x="2772" y="4261"/>
                        </a:lnTo>
                        <a:lnTo>
                          <a:pt x="1790" y="1538"/>
                        </a:lnTo>
                        <a:cubicBezTo>
                          <a:pt x="1499" y="738"/>
                          <a:pt x="812" y="164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16"/>
                  <p:cNvSpPr/>
                  <p:nvPr/>
                </p:nvSpPr>
                <p:spPr>
                  <a:xfrm>
                    <a:off x="2788559" y="3591499"/>
                    <a:ext cx="103078" cy="85909"/>
                  </a:xfrm>
                  <a:custGeom>
                    <a:rect b="b" l="l" r="r" t="t"/>
                    <a:pathLst>
                      <a:path extrusionOk="0" h="1416" w="1699">
                        <a:moveTo>
                          <a:pt x="1" y="1"/>
                        </a:moveTo>
                        <a:lnTo>
                          <a:pt x="1" y="565"/>
                        </a:lnTo>
                        <a:cubicBezTo>
                          <a:pt x="1" y="1034"/>
                          <a:pt x="380" y="1415"/>
                          <a:pt x="848" y="1415"/>
                        </a:cubicBezTo>
                        <a:cubicBezTo>
                          <a:pt x="1317" y="1415"/>
                          <a:pt x="1698" y="1034"/>
                          <a:pt x="1698" y="565"/>
                        </a:cubicBezTo>
                        <a:lnTo>
                          <a:pt x="1698" y="1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" name="Google Shape;233;p16"/>
                  <p:cNvSpPr/>
                  <p:nvPr/>
                </p:nvSpPr>
                <p:spPr>
                  <a:xfrm>
                    <a:off x="2994901" y="3591499"/>
                    <a:ext cx="103018" cy="85909"/>
                  </a:xfrm>
                  <a:custGeom>
                    <a:rect b="b" l="l" r="r" t="t"/>
                    <a:pathLst>
                      <a:path extrusionOk="0" h="1416" w="1698">
                        <a:moveTo>
                          <a:pt x="0" y="1"/>
                        </a:moveTo>
                        <a:lnTo>
                          <a:pt x="0" y="565"/>
                        </a:lnTo>
                        <a:cubicBezTo>
                          <a:pt x="0" y="1034"/>
                          <a:pt x="382" y="1415"/>
                          <a:pt x="850" y="1415"/>
                        </a:cubicBezTo>
                        <a:cubicBezTo>
                          <a:pt x="1321" y="1415"/>
                          <a:pt x="1698" y="1034"/>
                          <a:pt x="1698" y="565"/>
                        </a:cubicBezTo>
                        <a:lnTo>
                          <a:pt x="1698" y="1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" name="Google Shape;234;p16"/>
                  <p:cNvSpPr/>
                  <p:nvPr/>
                </p:nvSpPr>
                <p:spPr>
                  <a:xfrm>
                    <a:off x="3201181" y="3591378"/>
                    <a:ext cx="74927" cy="86030"/>
                  </a:xfrm>
                  <a:custGeom>
                    <a:rect b="b" l="l" r="r" t="t"/>
                    <a:pathLst>
                      <a:path extrusionOk="0" h="1418" w="1235">
                        <a:moveTo>
                          <a:pt x="1" y="1"/>
                        </a:moveTo>
                        <a:lnTo>
                          <a:pt x="1" y="800"/>
                        </a:lnTo>
                        <a:cubicBezTo>
                          <a:pt x="1" y="1141"/>
                          <a:pt x="277" y="1417"/>
                          <a:pt x="620" y="1417"/>
                        </a:cubicBezTo>
                        <a:cubicBezTo>
                          <a:pt x="959" y="1417"/>
                          <a:pt x="1235" y="1141"/>
                          <a:pt x="1235" y="800"/>
                        </a:cubicBezTo>
                        <a:lnTo>
                          <a:pt x="1235" y="1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" name="Google Shape;235;p16"/>
                  <p:cNvSpPr/>
                  <p:nvPr/>
                </p:nvSpPr>
                <p:spPr>
                  <a:xfrm>
                    <a:off x="2582097" y="3591499"/>
                    <a:ext cx="103200" cy="85909"/>
                  </a:xfrm>
                  <a:custGeom>
                    <a:rect b="b" l="l" r="r" t="t"/>
                    <a:pathLst>
                      <a:path extrusionOk="0" h="1416" w="1701">
                        <a:moveTo>
                          <a:pt x="1" y="1"/>
                        </a:moveTo>
                        <a:lnTo>
                          <a:pt x="1" y="565"/>
                        </a:lnTo>
                        <a:cubicBezTo>
                          <a:pt x="1" y="1034"/>
                          <a:pt x="383" y="1415"/>
                          <a:pt x="851" y="1415"/>
                        </a:cubicBezTo>
                        <a:cubicBezTo>
                          <a:pt x="1319" y="1415"/>
                          <a:pt x="1701" y="1034"/>
                          <a:pt x="1701" y="565"/>
                        </a:cubicBezTo>
                        <a:lnTo>
                          <a:pt x="1701" y="1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" name="Google Shape;236;p16"/>
                  <p:cNvSpPr/>
                  <p:nvPr/>
                </p:nvSpPr>
                <p:spPr>
                  <a:xfrm>
                    <a:off x="2395474" y="3591378"/>
                    <a:ext cx="83543" cy="86030"/>
                  </a:xfrm>
                  <a:custGeom>
                    <a:rect b="b" l="l" r="r" t="t"/>
                    <a:pathLst>
                      <a:path extrusionOk="0" h="1418" w="1377">
                        <a:moveTo>
                          <a:pt x="0" y="1"/>
                        </a:moveTo>
                        <a:lnTo>
                          <a:pt x="0" y="731"/>
                        </a:lnTo>
                        <a:cubicBezTo>
                          <a:pt x="0" y="1112"/>
                          <a:pt x="310" y="1417"/>
                          <a:pt x="687" y="1417"/>
                        </a:cubicBezTo>
                        <a:cubicBezTo>
                          <a:pt x="1069" y="1417"/>
                          <a:pt x="1376" y="1112"/>
                          <a:pt x="1376" y="731"/>
                        </a:cubicBezTo>
                        <a:lnTo>
                          <a:pt x="1376" y="1"/>
                        </a:lnTo>
                        <a:close/>
                      </a:path>
                    </a:pathLst>
                  </a:custGeom>
                  <a:solidFill>
                    <a:srgbClr val="F5F9FF"/>
                  </a:solidFill>
                  <a:ln>
                    <a:noFill/>
                  </a:ln>
                </p:spPr>
                <p:txBody>
                  <a:bodyPr anchorCtr="0" anchor="ctr" bIns="18425" lIns="18425" spcFirstLastPara="1" rIns="18425" wrap="square" tIns="18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82"/>
                      <a:buFont typeface="Arial"/>
                      <a:buNone/>
                    </a:pPr>
                    <a:r>
                      <a:t/>
                    </a:r>
                    <a:endParaRPr b="0" i="0" sz="282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237" name="Google Shape;237;p16"/>
            <p:cNvSpPr/>
            <p:nvPr/>
          </p:nvSpPr>
          <p:spPr>
            <a:xfrm>
              <a:off x="2989926" y="3794789"/>
              <a:ext cx="249354" cy="1100736"/>
            </a:xfrm>
            <a:custGeom>
              <a:rect b="b" l="l" r="r" t="t"/>
              <a:pathLst>
                <a:path extrusionOk="0" h="18143" w="4110">
                  <a:moveTo>
                    <a:pt x="2152" y="0"/>
                  </a:moveTo>
                  <a:cubicBezTo>
                    <a:pt x="2015" y="0"/>
                    <a:pt x="1877" y="51"/>
                    <a:pt x="1768" y="153"/>
                  </a:cubicBezTo>
                  <a:cubicBezTo>
                    <a:pt x="891" y="972"/>
                    <a:pt x="0" y="2992"/>
                    <a:pt x="3351" y="7826"/>
                  </a:cubicBezTo>
                  <a:cubicBezTo>
                    <a:pt x="3413" y="7913"/>
                    <a:pt x="3473" y="8004"/>
                    <a:pt x="3540" y="8093"/>
                  </a:cubicBezTo>
                  <a:cubicBezTo>
                    <a:pt x="3540" y="8093"/>
                    <a:pt x="3466" y="8225"/>
                    <a:pt x="3351" y="8465"/>
                  </a:cubicBezTo>
                  <a:cubicBezTo>
                    <a:pt x="2777" y="9673"/>
                    <a:pt x="1204" y="13614"/>
                    <a:pt x="2942" y="17394"/>
                  </a:cubicBezTo>
                  <a:cubicBezTo>
                    <a:pt x="3058" y="17646"/>
                    <a:pt x="3185" y="17893"/>
                    <a:pt x="3334" y="18143"/>
                  </a:cubicBezTo>
                  <a:cubicBezTo>
                    <a:pt x="3807" y="17744"/>
                    <a:pt x="4109" y="17146"/>
                    <a:pt x="4109" y="16476"/>
                  </a:cubicBezTo>
                  <a:lnTo>
                    <a:pt x="4109" y="2216"/>
                  </a:lnTo>
                  <a:lnTo>
                    <a:pt x="3351" y="1217"/>
                  </a:lnTo>
                  <a:lnTo>
                    <a:pt x="2589" y="218"/>
                  </a:lnTo>
                  <a:cubicBezTo>
                    <a:pt x="2480" y="74"/>
                    <a:pt x="2317" y="0"/>
                    <a:pt x="2152" y="0"/>
                  </a:cubicBezTo>
                  <a:close/>
                </a:path>
              </a:pathLst>
            </a:custGeom>
            <a:solidFill>
              <a:srgbClr val="5A3B3C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018926" y="3794789"/>
              <a:ext cx="568296" cy="1162559"/>
            </a:xfrm>
            <a:custGeom>
              <a:rect b="b" l="l" r="r" t="t"/>
              <a:pathLst>
                <a:path extrusionOk="0" h="19162" w="9367">
                  <a:moveTo>
                    <a:pt x="2182" y="0"/>
                  </a:moveTo>
                  <a:cubicBezTo>
                    <a:pt x="2046" y="0"/>
                    <a:pt x="1908" y="51"/>
                    <a:pt x="1799" y="153"/>
                  </a:cubicBezTo>
                  <a:cubicBezTo>
                    <a:pt x="906" y="987"/>
                    <a:pt x="0" y="3066"/>
                    <a:pt x="3569" y="8093"/>
                  </a:cubicBezTo>
                  <a:cubicBezTo>
                    <a:pt x="3569" y="8093"/>
                    <a:pt x="137" y="14202"/>
                    <a:pt x="4064" y="19161"/>
                  </a:cubicBezTo>
                  <a:lnTo>
                    <a:pt x="7870" y="10785"/>
                  </a:lnTo>
                  <a:lnTo>
                    <a:pt x="9366" y="9051"/>
                  </a:lnTo>
                  <a:lnTo>
                    <a:pt x="2620" y="216"/>
                  </a:lnTo>
                  <a:cubicBezTo>
                    <a:pt x="2509" y="73"/>
                    <a:pt x="2346" y="0"/>
                    <a:pt x="2182" y="0"/>
                  </a:cubicBezTo>
                  <a:close/>
                </a:path>
              </a:pathLst>
            </a:custGeom>
            <a:solidFill>
              <a:srgbClr val="6D4647"/>
            </a:solidFill>
            <a:ln>
              <a:noFill/>
            </a:ln>
          </p:spPr>
          <p:txBody>
            <a:bodyPr anchorCtr="0" anchor="ctr" bIns="18425" lIns="18425" spcFirstLastPara="1" rIns="18425" wrap="square" tIns="18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"/>
                <a:buFont typeface="Arial"/>
                <a:buNone/>
              </a:pPr>
              <a:r>
                <a:t/>
              </a:r>
              <a:endParaRPr b="0" i="0" sz="28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4682125" y="1566925"/>
            <a:ext cx="4555200" cy="11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B5394"/>
                </a:solidFill>
              </a:rPr>
              <a:t>         </a:t>
            </a:r>
            <a:r>
              <a:rPr b="1" lang="pt-BR" sz="2300">
                <a:solidFill>
                  <a:srgbClr val="073763"/>
                </a:solidFill>
              </a:rPr>
              <a:t>                                                                       </a:t>
            </a:r>
            <a:r>
              <a:rPr b="1" lang="pt-BR" sz="2300">
                <a:solidFill>
                  <a:srgbClr val="073763"/>
                </a:solidFill>
              </a:rPr>
              <a:t>Insights da Segmentação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4178275" y="758750"/>
            <a:ext cx="4790400" cy="6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B5394"/>
                </a:solidFill>
              </a:rPr>
              <a:t>A análise detalhada dos grupos segmentados por categoria revelou que as métricas se comportam de forma diferente em cada uma.</a:t>
            </a:r>
            <a:endParaRPr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pt-BR" sz="1100">
                <a:solidFill>
                  <a:srgbClr val="0B5394"/>
                </a:solidFill>
              </a:rPr>
              <a:t>Qualidade Percebida</a:t>
            </a:r>
            <a:endParaRPr b="1" sz="11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B5394"/>
                </a:solidFill>
              </a:rPr>
              <a:t>Categorias como Smart TVs (4.21) têm avaliações médias mais altas que Fones de Ouvido In-Ear (3.89), indicando diferenças na qualidade percebida.</a:t>
            </a:r>
            <a:endParaRPr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pt-BR" sz="1100">
                <a:solidFill>
                  <a:srgbClr val="0B5394"/>
                </a:solidFill>
              </a:rPr>
              <a:t>Desconto vs. Qualidade</a:t>
            </a:r>
            <a:endParaRPr b="1" sz="11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B5394"/>
                </a:solidFill>
              </a:rPr>
              <a:t>Smartwatches com alto desconto (69.64%) têm avaliação média de 4.01, enquanto Smart TVs com menor desconto (38.13%) têm avaliação mais alta (4.21). A relação varia por categoria.</a:t>
            </a:r>
            <a:endParaRPr sz="11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b="1" lang="pt-BR" sz="1100">
                <a:solidFill>
                  <a:srgbClr val="0B5394"/>
                </a:solidFill>
              </a:rPr>
              <a:t>Variação na Popularidade</a:t>
            </a:r>
            <a:endParaRPr b="1" sz="11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0B5394"/>
                </a:solidFill>
              </a:rPr>
              <a:t>A média de </a:t>
            </a:r>
            <a:r>
              <a:rPr lang="pt-BR" sz="1100">
                <a:solidFill>
                  <a:srgbClr val="0B5394"/>
                </a:solidFill>
                <a:latin typeface="Roboto Mono"/>
                <a:ea typeface="Roboto Mono"/>
                <a:cs typeface="Roboto Mono"/>
                <a:sym typeface="Roboto Mono"/>
              </a:rPr>
              <a:t>rating_count</a:t>
            </a:r>
            <a:r>
              <a:rPr lang="pt-BR" sz="1100">
                <a:solidFill>
                  <a:srgbClr val="0B5394"/>
                </a:solidFill>
              </a:rPr>
              <a:t> varia drasticamente (Fones de Ouvido: 78.673 vs. Controles Remotos: 703), mostrando diferentes volumes de interação do cliente.</a:t>
            </a:r>
            <a:endParaRPr sz="11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p17" title="VRYpn5kFjKIJnUnoGGj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76343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type="title"/>
          </p:nvPr>
        </p:nvSpPr>
        <p:spPr>
          <a:xfrm>
            <a:off x="2714625" y="1252300"/>
            <a:ext cx="4547400" cy="8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73763"/>
                </a:solidFill>
              </a:rPr>
              <a:t>     Validação das Hipóteses</a:t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84000" y="516700"/>
            <a:ext cx="89760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B5394"/>
                </a:solidFill>
                <a:highlight>
                  <a:schemeClr val="dk1"/>
                </a:highlight>
              </a:rPr>
              <a:t>Utilizamos o coeficiente de correlação de Pearson e o cálculo do risco relativo para validar hipóteses.</a:t>
            </a:r>
            <a:endParaRPr b="1" sz="1200">
              <a:solidFill>
                <a:srgbClr val="0B5394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B5394"/>
              </a:solidFill>
              <a:highlight>
                <a:srgbClr val="FCE5CD"/>
              </a:highlight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236275" y="1016450"/>
            <a:ext cx="42270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B5394"/>
                </a:solidFill>
              </a:rPr>
              <a:t>Hipótese 1: Desconto vs. Pontuação</a:t>
            </a:r>
            <a:endParaRPr b="1">
              <a:solidFill>
                <a:srgbClr val="0B5394"/>
              </a:solidFill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B5394"/>
                </a:solidFill>
                <a:highlight>
                  <a:srgbClr val="CCCCCC"/>
                </a:highlight>
              </a:rPr>
              <a:t>"Quanto maior o desconto, melhor será a pontuação."</a:t>
            </a:r>
            <a:endParaRPr sz="1300">
              <a:solidFill>
                <a:srgbClr val="0B5394"/>
              </a:solidFill>
              <a:highlight>
                <a:srgbClr val="CCCCCC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lang="pt-BR" sz="1200">
                <a:solidFill>
                  <a:srgbClr val="0B5394"/>
                </a:solidFill>
              </a:rPr>
              <a:t>Correlação: -0.15 (muito fraca e negativa)</a:t>
            </a:r>
            <a:endParaRPr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lang="pt-BR" sz="1200">
                <a:solidFill>
                  <a:srgbClr val="0B5394"/>
                </a:solidFill>
              </a:rPr>
              <a:t>Risco Relativo (Alto Desconto vs. Baixo Desconto): 0.92</a:t>
            </a:r>
            <a:endParaRPr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lang="pt-BR" sz="1200">
                <a:solidFill>
                  <a:srgbClr val="0B5394"/>
                </a:solidFill>
              </a:rPr>
              <a:t>Conclusão: O risco de ter rating &gt;= 4.5 é 1.09 vezes menor para produtos com mais desconto.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167875" y="3263200"/>
            <a:ext cx="4008000" cy="120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167875" y="3311600"/>
            <a:ext cx="4008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Conclusão: Hipótese refutada. Descontos maiores não levam a avaliações melhores e podem estar associados a uma percepção de menor qualidade.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55" name="Google Shape;2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775" y="1228100"/>
            <a:ext cx="3751975" cy="301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18"/>
          <p:cNvCxnSpPr/>
          <p:nvPr/>
        </p:nvCxnSpPr>
        <p:spPr>
          <a:xfrm>
            <a:off x="4435900" y="937675"/>
            <a:ext cx="27300" cy="42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7" name="Google Shape;257;p18"/>
          <p:cNvGrpSpPr/>
          <p:nvPr/>
        </p:nvGrpSpPr>
        <p:grpSpPr>
          <a:xfrm>
            <a:off x="8424094" y="4467090"/>
            <a:ext cx="635898" cy="577488"/>
            <a:chOff x="7212295" y="3549067"/>
            <a:chExt cx="436294" cy="419229"/>
          </a:xfrm>
        </p:grpSpPr>
        <p:grpSp>
          <p:nvGrpSpPr>
            <p:cNvPr id="258" name="Google Shape;258;p18"/>
            <p:cNvGrpSpPr/>
            <p:nvPr/>
          </p:nvGrpSpPr>
          <p:grpSpPr>
            <a:xfrm>
              <a:off x="7259784" y="3594726"/>
              <a:ext cx="341515" cy="327536"/>
              <a:chOff x="7156150" y="4975584"/>
              <a:chExt cx="380900" cy="380900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7256468" y="5102475"/>
                <a:ext cx="19047" cy="19039"/>
              </a:xfrm>
              <a:custGeom>
                <a:rect b="b" l="l" r="r" t="t"/>
                <a:pathLst>
                  <a:path extrusionOk="0" h="19039" w="19047">
                    <a:moveTo>
                      <a:pt x="16255" y="16255"/>
                    </a:moveTo>
                    <a:cubicBezTo>
                      <a:pt x="19978" y="12533"/>
                      <a:pt x="19978" y="6504"/>
                      <a:pt x="16255" y="2792"/>
                    </a:cubicBezTo>
                    <a:cubicBezTo>
                      <a:pt x="12544" y="-931"/>
                      <a:pt x="6515" y="-931"/>
                      <a:pt x="2792" y="2792"/>
                    </a:cubicBezTo>
                    <a:cubicBezTo>
                      <a:pt x="-931" y="6504"/>
                      <a:pt x="-931" y="12533"/>
                      <a:pt x="2792" y="16255"/>
                    </a:cubicBezTo>
                    <a:cubicBezTo>
                      <a:pt x="6515" y="19967"/>
                      <a:pt x="12544" y="19967"/>
                      <a:pt x="16255" y="1625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6075" lIns="92175" spcFirstLastPara="1" rIns="92175" wrap="square" tIns="46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15"/>
                  <a:buFont typeface="Arial"/>
                  <a:buNone/>
                </a:pPr>
                <a:r>
                  <a:t/>
                </a:r>
                <a:endParaRPr b="0" i="0" sz="181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7318210" y="5083432"/>
                <a:ext cx="57122" cy="57115"/>
              </a:xfrm>
              <a:custGeom>
                <a:rect b="b" l="l" r="r" t="t"/>
                <a:pathLst>
                  <a:path extrusionOk="0" h="57115" w="57122">
                    <a:moveTo>
                      <a:pt x="48771" y="48762"/>
                    </a:moveTo>
                    <a:cubicBezTo>
                      <a:pt x="59906" y="37627"/>
                      <a:pt x="59906" y="19507"/>
                      <a:pt x="48771" y="8372"/>
                    </a:cubicBezTo>
                    <a:cubicBezTo>
                      <a:pt x="37610" y="-2789"/>
                      <a:pt x="19535" y="-2793"/>
                      <a:pt x="8374" y="8372"/>
                    </a:cubicBezTo>
                    <a:cubicBezTo>
                      <a:pt x="-2791" y="19533"/>
                      <a:pt x="-2791" y="37597"/>
                      <a:pt x="8374" y="48762"/>
                    </a:cubicBezTo>
                    <a:cubicBezTo>
                      <a:pt x="19509" y="59897"/>
                      <a:pt x="37632" y="59901"/>
                      <a:pt x="48771" y="48762"/>
                    </a:cubicBezTo>
                    <a:close/>
                    <a:moveTo>
                      <a:pt x="21837" y="21836"/>
                    </a:moveTo>
                    <a:cubicBezTo>
                      <a:pt x="25560" y="18116"/>
                      <a:pt x="31585" y="18116"/>
                      <a:pt x="35308" y="21836"/>
                    </a:cubicBezTo>
                    <a:cubicBezTo>
                      <a:pt x="39016" y="25547"/>
                      <a:pt x="39016" y="31584"/>
                      <a:pt x="35308" y="35295"/>
                    </a:cubicBezTo>
                    <a:cubicBezTo>
                      <a:pt x="31592" y="39007"/>
                      <a:pt x="25549" y="39011"/>
                      <a:pt x="21837" y="35295"/>
                    </a:cubicBezTo>
                    <a:cubicBezTo>
                      <a:pt x="18122" y="31584"/>
                      <a:pt x="18107" y="25566"/>
                      <a:pt x="21837" y="2183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6075" lIns="92175" spcFirstLastPara="1" rIns="92175" wrap="square" tIns="46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15"/>
                  <a:buFont typeface="Arial"/>
                  <a:buNone/>
                </a:pPr>
                <a:r>
                  <a:t/>
                </a:r>
                <a:endParaRPr b="0" i="0" sz="181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7318210" y="5191141"/>
                <a:ext cx="57125" cy="57142"/>
              </a:xfrm>
              <a:custGeom>
                <a:rect b="b" l="l" r="r" t="t"/>
                <a:pathLst>
                  <a:path extrusionOk="0" h="57142" w="57125">
                    <a:moveTo>
                      <a:pt x="8374" y="8369"/>
                    </a:moveTo>
                    <a:cubicBezTo>
                      <a:pt x="-2791" y="19534"/>
                      <a:pt x="-2791" y="37606"/>
                      <a:pt x="8374" y="48771"/>
                    </a:cubicBezTo>
                    <a:cubicBezTo>
                      <a:pt x="19535" y="59932"/>
                      <a:pt x="37606" y="59936"/>
                      <a:pt x="48771" y="48771"/>
                    </a:cubicBezTo>
                    <a:cubicBezTo>
                      <a:pt x="59910" y="37632"/>
                      <a:pt x="59910" y="19508"/>
                      <a:pt x="48771" y="8369"/>
                    </a:cubicBezTo>
                    <a:cubicBezTo>
                      <a:pt x="37610" y="-2788"/>
                      <a:pt x="19535" y="-2792"/>
                      <a:pt x="8374" y="8369"/>
                    </a:cubicBezTo>
                    <a:close/>
                    <a:moveTo>
                      <a:pt x="35308" y="35307"/>
                    </a:moveTo>
                    <a:cubicBezTo>
                      <a:pt x="31585" y="39026"/>
                      <a:pt x="25556" y="39026"/>
                      <a:pt x="21837" y="35307"/>
                    </a:cubicBezTo>
                    <a:cubicBezTo>
                      <a:pt x="18122" y="31592"/>
                      <a:pt x="18107" y="25567"/>
                      <a:pt x="21837" y="21837"/>
                    </a:cubicBezTo>
                    <a:cubicBezTo>
                      <a:pt x="25560" y="18114"/>
                      <a:pt x="31585" y="18117"/>
                      <a:pt x="35308" y="21837"/>
                    </a:cubicBezTo>
                    <a:cubicBezTo>
                      <a:pt x="39020" y="25548"/>
                      <a:pt x="39020" y="31592"/>
                      <a:pt x="35308" y="3530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6075" lIns="92175" spcFirstLastPara="1" rIns="92175" wrap="square" tIns="46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15"/>
                  <a:buFont typeface="Arial"/>
                  <a:buNone/>
                </a:pPr>
                <a:r>
                  <a:t/>
                </a:r>
                <a:endParaRPr b="0" i="0" sz="181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7269932" y="5142864"/>
                <a:ext cx="153688" cy="45977"/>
              </a:xfrm>
              <a:custGeom>
                <a:rect b="b" l="l" r="r" t="t"/>
                <a:pathLst>
                  <a:path extrusionOk="0" h="45977" w="153688">
                    <a:moveTo>
                      <a:pt x="188" y="38323"/>
                    </a:moveTo>
                    <a:cubicBezTo>
                      <a:pt x="1218" y="43485"/>
                      <a:pt x="6239" y="46821"/>
                      <a:pt x="11390" y="45791"/>
                    </a:cubicBezTo>
                    <a:lnTo>
                      <a:pt x="146034" y="18857"/>
                    </a:lnTo>
                    <a:cubicBezTo>
                      <a:pt x="151189" y="17827"/>
                      <a:pt x="154533" y="12809"/>
                      <a:pt x="153502" y="7655"/>
                    </a:cubicBezTo>
                    <a:cubicBezTo>
                      <a:pt x="152472" y="2496"/>
                      <a:pt x="147455" y="-844"/>
                      <a:pt x="142300" y="187"/>
                    </a:cubicBezTo>
                    <a:lnTo>
                      <a:pt x="7656" y="27121"/>
                    </a:lnTo>
                    <a:cubicBezTo>
                      <a:pt x="2497" y="28151"/>
                      <a:pt x="-846" y="33168"/>
                      <a:pt x="188" y="3832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6075" lIns="92175" spcFirstLastPara="1" rIns="92175" wrap="square" tIns="46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15"/>
                  <a:buFont typeface="Arial"/>
                  <a:buNone/>
                </a:pPr>
                <a:r>
                  <a:t/>
                </a:r>
                <a:endParaRPr b="0" i="0" sz="181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7156150" y="4975584"/>
                <a:ext cx="380900" cy="380900"/>
              </a:xfrm>
              <a:custGeom>
                <a:rect b="b" l="l" r="r" t="t"/>
                <a:pathLst>
                  <a:path extrusionOk="0" h="380900" w="380900">
                    <a:moveTo>
                      <a:pt x="236735" y="0"/>
                    </a:moveTo>
                    <a:cubicBezTo>
                      <a:pt x="234210" y="0"/>
                      <a:pt x="231789" y="1000"/>
                      <a:pt x="230004" y="2786"/>
                    </a:cubicBezTo>
                    <a:lnTo>
                      <a:pt x="130044" y="102745"/>
                    </a:lnTo>
                    <a:cubicBezTo>
                      <a:pt x="126325" y="106465"/>
                      <a:pt x="126325" y="112493"/>
                      <a:pt x="130044" y="116212"/>
                    </a:cubicBezTo>
                    <a:cubicBezTo>
                      <a:pt x="133763" y="119932"/>
                      <a:pt x="139792" y="119932"/>
                      <a:pt x="143507" y="116212"/>
                    </a:cubicBezTo>
                    <a:lnTo>
                      <a:pt x="236735" y="22984"/>
                    </a:lnTo>
                    <a:lnTo>
                      <a:pt x="357913" y="144166"/>
                    </a:lnTo>
                    <a:lnTo>
                      <a:pt x="144166" y="357913"/>
                    </a:lnTo>
                    <a:lnTo>
                      <a:pt x="22984" y="236735"/>
                    </a:lnTo>
                    <a:lnTo>
                      <a:pt x="89650" y="170069"/>
                    </a:lnTo>
                    <a:cubicBezTo>
                      <a:pt x="93369" y="166354"/>
                      <a:pt x="93369" y="160325"/>
                      <a:pt x="89650" y="156606"/>
                    </a:cubicBezTo>
                    <a:cubicBezTo>
                      <a:pt x="85931" y="152891"/>
                      <a:pt x="79902" y="152891"/>
                      <a:pt x="76183" y="156606"/>
                    </a:cubicBezTo>
                    <a:lnTo>
                      <a:pt x="2789" y="230004"/>
                    </a:lnTo>
                    <a:cubicBezTo>
                      <a:pt x="-930" y="233719"/>
                      <a:pt x="-930" y="239748"/>
                      <a:pt x="2789" y="243467"/>
                    </a:cubicBezTo>
                    <a:lnTo>
                      <a:pt x="137434" y="378112"/>
                    </a:lnTo>
                    <a:cubicBezTo>
                      <a:pt x="141153" y="381831"/>
                      <a:pt x="147178" y="381831"/>
                      <a:pt x="150897" y="378112"/>
                    </a:cubicBezTo>
                    <a:lnTo>
                      <a:pt x="378112" y="150897"/>
                    </a:lnTo>
                    <a:cubicBezTo>
                      <a:pt x="381831" y="147178"/>
                      <a:pt x="381831" y="141149"/>
                      <a:pt x="378112" y="137430"/>
                    </a:cubicBezTo>
                    <a:lnTo>
                      <a:pt x="243467" y="2786"/>
                    </a:lnTo>
                    <a:cubicBezTo>
                      <a:pt x="241682" y="1000"/>
                      <a:pt x="239261" y="0"/>
                      <a:pt x="2367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6075" lIns="92175" spcFirstLastPara="1" rIns="92175" wrap="square" tIns="460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15"/>
                  <a:buFont typeface="Arial"/>
                  <a:buNone/>
                </a:pPr>
                <a:r>
                  <a:t/>
                </a:r>
                <a:endParaRPr b="0" i="0" sz="1815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4" name="Google Shape;264;p18"/>
            <p:cNvSpPr/>
            <p:nvPr/>
          </p:nvSpPr>
          <p:spPr>
            <a:xfrm>
              <a:off x="7212295" y="3549067"/>
              <a:ext cx="436294" cy="419229"/>
            </a:xfrm>
            <a:custGeom>
              <a:rect b="b" l="l" r="r" t="t"/>
              <a:pathLst>
                <a:path extrusionOk="0" h="487476" w="487479">
                  <a:moveTo>
                    <a:pt x="471221" y="2793"/>
                  </a:moveTo>
                  <a:lnTo>
                    <a:pt x="430355" y="43655"/>
                  </a:lnTo>
                  <a:cubicBezTo>
                    <a:pt x="406511" y="25651"/>
                    <a:pt x="373586" y="25357"/>
                    <a:pt x="349943" y="42912"/>
                  </a:cubicBezTo>
                  <a:lnTo>
                    <a:pt x="316471" y="8469"/>
                  </a:lnTo>
                  <a:cubicBezTo>
                    <a:pt x="316437" y="8435"/>
                    <a:pt x="316408" y="8405"/>
                    <a:pt x="316374" y="8372"/>
                  </a:cubicBezTo>
                  <a:cubicBezTo>
                    <a:pt x="305269" y="-2734"/>
                    <a:pt x="287208" y="-2853"/>
                    <a:pt x="275969" y="8387"/>
                  </a:cubicBezTo>
                  <a:lnTo>
                    <a:pt x="8372" y="277137"/>
                  </a:lnTo>
                  <a:cubicBezTo>
                    <a:pt x="-2789" y="288298"/>
                    <a:pt x="-2793" y="306373"/>
                    <a:pt x="8372" y="317538"/>
                  </a:cubicBezTo>
                  <a:lnTo>
                    <a:pt x="46137" y="355298"/>
                  </a:lnTo>
                  <a:cubicBezTo>
                    <a:pt x="37702" y="379439"/>
                    <a:pt x="43786" y="406809"/>
                    <a:pt x="62229" y="425244"/>
                  </a:cubicBezTo>
                  <a:cubicBezTo>
                    <a:pt x="80669" y="443691"/>
                    <a:pt x="108038" y="449772"/>
                    <a:pt x="132179" y="441345"/>
                  </a:cubicBezTo>
                  <a:lnTo>
                    <a:pt x="169944" y="479105"/>
                  </a:lnTo>
                  <a:cubicBezTo>
                    <a:pt x="181105" y="490266"/>
                    <a:pt x="199187" y="490263"/>
                    <a:pt x="210326" y="479120"/>
                  </a:cubicBezTo>
                  <a:lnTo>
                    <a:pt x="479106" y="211493"/>
                  </a:lnTo>
                  <a:cubicBezTo>
                    <a:pt x="490271" y="200329"/>
                    <a:pt x="490271" y="182265"/>
                    <a:pt x="479106" y="171103"/>
                  </a:cubicBezTo>
                  <a:cubicBezTo>
                    <a:pt x="479072" y="171070"/>
                    <a:pt x="479042" y="171040"/>
                    <a:pt x="479009" y="171007"/>
                  </a:cubicBezTo>
                  <a:lnTo>
                    <a:pt x="444570" y="137542"/>
                  </a:lnTo>
                  <a:cubicBezTo>
                    <a:pt x="462061" y="114059"/>
                    <a:pt x="461994" y="81119"/>
                    <a:pt x="443822" y="57123"/>
                  </a:cubicBezTo>
                  <a:lnTo>
                    <a:pt x="484684" y="16260"/>
                  </a:lnTo>
                  <a:cubicBezTo>
                    <a:pt x="488404" y="12541"/>
                    <a:pt x="488404" y="6512"/>
                    <a:pt x="484684" y="2793"/>
                  </a:cubicBezTo>
                  <a:cubicBezTo>
                    <a:pt x="480965" y="-926"/>
                    <a:pt x="474940" y="-926"/>
                    <a:pt x="471221" y="2793"/>
                  </a:cubicBezTo>
                  <a:close/>
                  <a:moveTo>
                    <a:pt x="424776" y="131390"/>
                  </a:moveTo>
                  <a:cubicBezTo>
                    <a:pt x="422976" y="133194"/>
                    <a:pt x="421972" y="135641"/>
                    <a:pt x="421987" y="138193"/>
                  </a:cubicBezTo>
                  <a:cubicBezTo>
                    <a:pt x="422005" y="140740"/>
                    <a:pt x="423047" y="143176"/>
                    <a:pt x="424873" y="144950"/>
                  </a:cubicBezTo>
                  <a:lnTo>
                    <a:pt x="465680" y="184608"/>
                  </a:lnTo>
                  <a:cubicBezTo>
                    <a:pt x="469373" y="188342"/>
                    <a:pt x="469332" y="194337"/>
                    <a:pt x="465653" y="198012"/>
                  </a:cubicBezTo>
                  <a:lnTo>
                    <a:pt x="196878" y="465638"/>
                  </a:lnTo>
                  <a:cubicBezTo>
                    <a:pt x="193162" y="469354"/>
                    <a:pt x="187119" y="469354"/>
                    <a:pt x="183407" y="465638"/>
                  </a:cubicBezTo>
                  <a:lnTo>
                    <a:pt x="141180" y="423415"/>
                  </a:lnTo>
                  <a:cubicBezTo>
                    <a:pt x="139357" y="421589"/>
                    <a:pt x="136917" y="420625"/>
                    <a:pt x="134448" y="420625"/>
                  </a:cubicBezTo>
                  <a:cubicBezTo>
                    <a:pt x="133079" y="420625"/>
                    <a:pt x="131699" y="420919"/>
                    <a:pt x="130405" y="421525"/>
                  </a:cubicBezTo>
                  <a:cubicBezTo>
                    <a:pt x="112096" y="430117"/>
                    <a:pt x="90108" y="426200"/>
                    <a:pt x="75696" y="411777"/>
                  </a:cubicBezTo>
                  <a:cubicBezTo>
                    <a:pt x="61274" y="397366"/>
                    <a:pt x="57357" y="375382"/>
                    <a:pt x="65949" y="357072"/>
                  </a:cubicBezTo>
                  <a:cubicBezTo>
                    <a:pt x="67652" y="353439"/>
                    <a:pt x="66901" y="349132"/>
                    <a:pt x="64063" y="346294"/>
                  </a:cubicBezTo>
                  <a:lnTo>
                    <a:pt x="21839" y="304071"/>
                  </a:lnTo>
                  <a:cubicBezTo>
                    <a:pt x="18124" y="300355"/>
                    <a:pt x="18124" y="294315"/>
                    <a:pt x="21850" y="290585"/>
                  </a:cubicBezTo>
                  <a:lnTo>
                    <a:pt x="289451" y="21835"/>
                  </a:lnTo>
                  <a:cubicBezTo>
                    <a:pt x="293155" y="18135"/>
                    <a:pt x="299143" y="18112"/>
                    <a:pt x="302870" y="21794"/>
                  </a:cubicBezTo>
                  <a:lnTo>
                    <a:pt x="342523" y="62601"/>
                  </a:lnTo>
                  <a:cubicBezTo>
                    <a:pt x="346079" y="66261"/>
                    <a:pt x="352167" y="66618"/>
                    <a:pt x="356087" y="62701"/>
                  </a:cubicBezTo>
                  <a:cubicBezTo>
                    <a:pt x="372385" y="46396"/>
                    <a:pt x="397905" y="44656"/>
                    <a:pt x="416706" y="57305"/>
                  </a:cubicBezTo>
                  <a:lnTo>
                    <a:pt x="402740" y="71270"/>
                  </a:lnTo>
                  <a:cubicBezTo>
                    <a:pt x="392122" y="66212"/>
                    <a:pt x="379008" y="68068"/>
                    <a:pt x="370231" y="76845"/>
                  </a:cubicBezTo>
                  <a:cubicBezTo>
                    <a:pt x="359096" y="87984"/>
                    <a:pt x="359096" y="106108"/>
                    <a:pt x="370231" y="117243"/>
                  </a:cubicBezTo>
                  <a:cubicBezTo>
                    <a:pt x="381392" y="128404"/>
                    <a:pt x="399467" y="128408"/>
                    <a:pt x="410632" y="117243"/>
                  </a:cubicBezTo>
                  <a:cubicBezTo>
                    <a:pt x="419610" y="108265"/>
                    <a:pt x="421184" y="95095"/>
                    <a:pt x="416218" y="84722"/>
                  </a:cubicBezTo>
                  <a:lnTo>
                    <a:pt x="430180" y="70761"/>
                  </a:lnTo>
                  <a:cubicBezTo>
                    <a:pt x="442732" y="89342"/>
                    <a:pt x="441286" y="114885"/>
                    <a:pt x="424776" y="131390"/>
                  </a:cubicBezTo>
                  <a:close/>
                  <a:moveTo>
                    <a:pt x="397165" y="90309"/>
                  </a:moveTo>
                  <a:cubicBezTo>
                    <a:pt x="400881" y="94024"/>
                    <a:pt x="400896" y="100049"/>
                    <a:pt x="397165" y="103779"/>
                  </a:cubicBezTo>
                  <a:cubicBezTo>
                    <a:pt x="393446" y="107498"/>
                    <a:pt x="387417" y="107498"/>
                    <a:pt x="383698" y="103779"/>
                  </a:cubicBezTo>
                  <a:cubicBezTo>
                    <a:pt x="379983" y="100064"/>
                    <a:pt x="379983" y="94020"/>
                    <a:pt x="383694" y="90309"/>
                  </a:cubicBezTo>
                  <a:cubicBezTo>
                    <a:pt x="387410" y="86601"/>
                    <a:pt x="393454" y="86593"/>
                    <a:pt x="397165" y="903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6075" lIns="92175" spcFirstLastPara="1" rIns="92175" wrap="square" tIns="46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5"/>
                <a:buFont typeface="Arial"/>
                <a:buNone/>
              </a:pPr>
              <a:r>
                <a:t/>
              </a:r>
              <a:endParaRPr b="0" i="0" sz="181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>
            <p:ph type="title"/>
          </p:nvPr>
        </p:nvSpPr>
        <p:spPr>
          <a:xfrm>
            <a:off x="2714625" y="1252300"/>
            <a:ext cx="6210900" cy="8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73763"/>
                </a:solidFill>
              </a:rPr>
              <a:t>     Validação das Hipóteses</a:t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236275" y="1016450"/>
            <a:ext cx="42270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B5394"/>
                </a:solidFill>
              </a:rPr>
              <a:t>Hipótese 2: Popularidade vs. Classificação</a:t>
            </a:r>
            <a:endParaRPr b="1">
              <a:solidFill>
                <a:srgbClr val="0B5394"/>
              </a:solidFill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B5394"/>
                </a:solidFill>
                <a:highlight>
                  <a:srgbClr val="CCCCCC"/>
                </a:highlight>
              </a:rPr>
              <a:t>"Quanto maior o número de pessoas que avaliaram o produto, melhor será a classificação."</a:t>
            </a:r>
            <a:endParaRPr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lang="pt-BR" sz="1200">
                <a:solidFill>
                  <a:srgbClr val="0B5394"/>
                </a:solidFill>
              </a:rPr>
              <a:t>Correlação: 0.19 (fraca e positiva)</a:t>
            </a:r>
            <a:endParaRPr sz="12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lang="pt-BR" sz="1200">
                <a:solidFill>
                  <a:srgbClr val="0B5394"/>
                </a:solidFill>
              </a:rPr>
              <a:t>Risco Relativo (Mais Avaliações vs. Menos Avaliações): 1.09 </a:t>
            </a:r>
            <a:endParaRPr sz="1200">
              <a:solidFill>
                <a:srgbClr val="0B5394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lang="pt-BR" sz="1200">
                <a:solidFill>
                  <a:srgbClr val="0B5394"/>
                </a:solidFill>
              </a:rPr>
              <a:t>Conclusão: O risco de ter rating &gt;= 4.5 é 1.09 vezes maior para produtos com mais avaliações.</a:t>
            </a:r>
            <a:endParaRPr sz="12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71" name="Google Shape;271;p19"/>
          <p:cNvCxnSpPr/>
          <p:nvPr/>
        </p:nvCxnSpPr>
        <p:spPr>
          <a:xfrm>
            <a:off x="4435900" y="937675"/>
            <a:ext cx="27300" cy="42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19"/>
          <p:cNvSpPr/>
          <p:nvPr/>
        </p:nvSpPr>
        <p:spPr>
          <a:xfrm>
            <a:off x="236275" y="3578946"/>
            <a:ext cx="4008000" cy="1203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236275" y="3578938"/>
            <a:ext cx="3958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Conclusão: </a:t>
            </a:r>
            <a:r>
              <a:rPr lang="pt-BR" sz="1300">
                <a:solidFill>
                  <a:schemeClr val="lt1"/>
                </a:solidFill>
              </a:rPr>
              <a:t>Hipótese parcialmente confirmada</a:t>
            </a:r>
            <a:r>
              <a:rPr lang="pt-BR">
                <a:solidFill>
                  <a:schemeClr val="lt1"/>
                </a:solidFill>
              </a:rPr>
              <a:t>. correlação global fraca  mas significativa. Produtos com mais avaliações tendem a ter classificações mais altas.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74" name="Google Shape;2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28100"/>
            <a:ext cx="4148642" cy="26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6250" y="4332438"/>
            <a:ext cx="699276" cy="69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/>
          <p:nvPr/>
        </p:nvSpPr>
        <p:spPr>
          <a:xfrm>
            <a:off x="214600" y="3380325"/>
            <a:ext cx="4008000" cy="1146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 txBox="1"/>
          <p:nvPr>
            <p:ph type="title"/>
          </p:nvPr>
        </p:nvSpPr>
        <p:spPr>
          <a:xfrm>
            <a:off x="2714625" y="1252300"/>
            <a:ext cx="6210900" cy="89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73763"/>
                </a:solidFill>
              </a:rPr>
              <a:t>     Validação das Hipóteses</a:t>
            </a:r>
            <a:endParaRPr b="1" sz="23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214600" y="769025"/>
            <a:ext cx="4201800" cy="5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B5394"/>
                </a:solidFill>
              </a:rPr>
              <a:t>Hipótese 3: Score de Sentimento Positivo vs. Classificação</a:t>
            </a:r>
            <a:endParaRPr b="1">
              <a:solidFill>
                <a:srgbClr val="0B5394"/>
              </a:solidFill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0B5394"/>
                </a:solidFill>
                <a:highlight>
                  <a:srgbClr val="CCCCCC"/>
                </a:highlight>
              </a:rPr>
              <a:t>"Quanto maior o número de avaliações do produto </a:t>
            </a:r>
            <a:r>
              <a:rPr lang="pt-BR" sz="1300">
                <a:solidFill>
                  <a:srgbClr val="0B5394"/>
                </a:solidFill>
                <a:highlight>
                  <a:srgbClr val="CCCCCC"/>
                </a:highlight>
              </a:rPr>
              <a:t>, melhor será o score de sentimento</a:t>
            </a:r>
            <a:r>
              <a:rPr lang="pt-BR" sz="1300">
                <a:solidFill>
                  <a:srgbClr val="0B5394"/>
                </a:solidFill>
                <a:highlight>
                  <a:srgbClr val="CCCCCC"/>
                </a:highlight>
              </a:rPr>
              <a:t>."</a:t>
            </a:r>
            <a:endParaRPr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lang="pt-BR" sz="1200">
                <a:solidFill>
                  <a:srgbClr val="0B5394"/>
                </a:solidFill>
              </a:rPr>
              <a:t>Correlação: </a:t>
            </a:r>
            <a:r>
              <a:rPr lang="pt-BR" sz="1100">
                <a:solidFill>
                  <a:srgbClr val="0B5394"/>
                </a:solidFill>
              </a:rPr>
              <a:t>0.17 (Fraca positiva)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Char char="●"/>
            </a:pPr>
            <a:r>
              <a:rPr lang="pt-BR" sz="1200">
                <a:solidFill>
                  <a:srgbClr val="0B5394"/>
                </a:solidFill>
              </a:rPr>
              <a:t>O risco de ter uma classificação alta (&gt;= 4.5) é 1.34 vezes maior para produtos com sentimento mais positivo nas avaliações. A satisfação do cliente é um fator chave.</a:t>
            </a:r>
            <a:endParaRPr sz="12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B539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" name="Google Shape;283;p20"/>
          <p:cNvCxnSpPr/>
          <p:nvPr/>
        </p:nvCxnSpPr>
        <p:spPr>
          <a:xfrm>
            <a:off x="4435900" y="937675"/>
            <a:ext cx="27300" cy="42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0"/>
          <p:cNvSpPr txBox="1"/>
          <p:nvPr/>
        </p:nvSpPr>
        <p:spPr>
          <a:xfrm>
            <a:off x="214600" y="3380325"/>
            <a:ext cx="38652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Conclusão: Hipótese </a:t>
            </a:r>
            <a:r>
              <a:rPr lang="pt-BR">
                <a:solidFill>
                  <a:schemeClr val="lt1"/>
                </a:solidFill>
              </a:rPr>
              <a:t>parcialmente</a:t>
            </a:r>
            <a:r>
              <a:rPr lang="pt-BR">
                <a:solidFill>
                  <a:schemeClr val="lt1"/>
                </a:solidFill>
              </a:rPr>
              <a:t> confirmada.</a:t>
            </a:r>
            <a:r>
              <a:rPr lang="pt-BR">
                <a:solidFill>
                  <a:schemeClr val="lt1"/>
                </a:solidFill>
              </a:rPr>
              <a:t>Correlação positiva fraca , mas significativa. Maior satisfação do cliente correlaciona-se com notas mais altas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5" name="Google Shape;2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900" y="937675"/>
            <a:ext cx="4005992" cy="32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425" y="4405650"/>
            <a:ext cx="644399" cy="64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/>
          <p:nvPr/>
        </p:nvSpPr>
        <p:spPr>
          <a:xfrm>
            <a:off x="5940625" y="2784050"/>
            <a:ext cx="2790600" cy="174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2992700" y="2784050"/>
            <a:ext cx="2571900" cy="174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126850" y="2784050"/>
            <a:ext cx="2571900" cy="168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6011300" y="636725"/>
            <a:ext cx="2678700" cy="168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2892525" y="636725"/>
            <a:ext cx="2790600" cy="168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126850" y="636725"/>
            <a:ext cx="2571900" cy="168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 txBox="1"/>
          <p:nvPr>
            <p:ph type="title"/>
          </p:nvPr>
        </p:nvSpPr>
        <p:spPr>
          <a:xfrm>
            <a:off x="510575" y="842027"/>
            <a:ext cx="6263400" cy="1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B5394"/>
                </a:solidFill>
              </a:rPr>
              <a:t>           </a:t>
            </a:r>
            <a:r>
              <a:rPr b="1" lang="pt-BR" sz="2300">
                <a:solidFill>
                  <a:srgbClr val="20124D"/>
                </a:solidFill>
              </a:rPr>
              <a:t>Recomendações e Insights Essenciais</a:t>
            </a:r>
            <a:endParaRPr b="1" sz="2300">
              <a:solidFill>
                <a:srgbClr val="20124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-283550" y="691425"/>
            <a:ext cx="29823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/>
              <a:t>Reavaliar Estratégia de Descontos</a:t>
            </a:r>
            <a:endParaRPr b="1"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Grandes descontos podem não impulsionar a percepção de qualidade e podem estar associados a avaliações mais baixas. Investigar o motivo é crucial.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B5394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299" name="Google Shape;299;p21"/>
          <p:cNvSpPr txBox="1"/>
          <p:nvPr/>
        </p:nvSpPr>
        <p:spPr>
          <a:xfrm>
            <a:off x="3015675" y="691425"/>
            <a:ext cx="2678700" cy="22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/>
              <a:t>Focar na Popularidade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A popularidade é um fator importante para a percepção de qualidade. Estratégias de marketing que impulsionam a contagem de avaliações podem melhorar o ranqueamento.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077450" y="691425"/>
            <a:ext cx="25719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/>
              <a:t>Descontos Maiores = Avaliações Piores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/>
              <a:t>Como a hipótese de que maiores descontos geram melhores avaliações foi refutada. Clientes podem interpretar grandes descontos como sinal de problema.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113175" y="2799325"/>
            <a:ext cx="25035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/>
              <a:t>Popularidade = Qualidade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/>
              <a:t>Produtos mais populares, com alto número de avaliações, têm maior probabilidade de serem bem avaliados.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3015675" y="2787350"/>
            <a:ext cx="23256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/>
              <a:t>Variação Extrema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/>
              <a:t>Preços e contagem de avaliações mostram grande variação, com a maioria dos produtos sendo de baixo preço e poucas avaliações, e uma minoria de alto valor e extremamente popular.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5940625" y="2896675"/>
            <a:ext cx="28416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/>
              <a:t>Avaliações Consistentes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/>
              <a:t>A maioria dos produtos tem avaliações entre 4 e 4.5 estrelas, indicando alta consistência na qualidade percebida.</a:t>
            </a:r>
            <a:endParaRPr sz="1100"/>
          </a:p>
        </p:txBody>
      </p:sp>
      <p:pic>
        <p:nvPicPr>
          <p:cNvPr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1625" y="4626701"/>
            <a:ext cx="918748" cy="51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